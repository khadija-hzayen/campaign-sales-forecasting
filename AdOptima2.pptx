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72" r:id="rId5"/>
    <p:sldId id="274" r:id="rId6"/>
    <p:sldId id="273" r:id="rId7"/>
    <p:sldId id="259" r:id="rId8"/>
    <p:sldId id="260" r:id="rId9"/>
    <p:sldId id="261" r:id="rId10"/>
    <p:sldId id="267" r:id="rId11"/>
    <p:sldId id="264" r:id="rId12"/>
    <p:sldId id="268" r:id="rId13"/>
    <p:sldId id="269" r:id="rId14"/>
    <p:sldId id="263" r:id="rId15"/>
    <p:sldId id="276" r:id="rId16"/>
    <p:sldId id="266" r:id="rId17"/>
    <p:sldId id="275" r:id="rId18"/>
    <p:sldId id="277" r:id="rId19"/>
    <p:sldId id="278" r:id="rId20"/>
    <p:sldId id="270" r:id="rId21"/>
    <p:sldId id="279" r:id="rId22"/>
    <p:sldId id="280" r:id="rId23"/>
    <p:sldId id="281" r:id="rId24"/>
    <p:sldId id="282" r:id="rId25"/>
    <p:sldId id="283" r:id="rId26"/>
    <p:sldId id="27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ECF3"/>
    <a:srgbClr val="D4B8D6"/>
    <a:srgbClr val="CBD2D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4BCA8A-AFBD-4F5B-9E7B-9918BE548234}" v="2" dt="2026-08-25T23:53:55.8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107" autoAdjust="0"/>
    <p:restoredTop sz="94660"/>
  </p:normalViewPr>
  <p:slideViewPr>
    <p:cSldViewPr snapToGrid="0">
      <p:cViewPr varScale="1">
        <p:scale>
          <a:sx n="80" d="100"/>
          <a:sy n="80" d="100"/>
        </p:scale>
        <p:origin x="113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emonah younas" userId="cda937d2b4d13568" providerId="LiveId" clId="{CE9CBDC3-C471-4592-A0C7-D4306DFC9379}"/>
    <pc:docChg chg="undo custSel addSld delSld modSld">
      <pc:chgData name="maemonah younas" userId="cda937d2b4d13568" providerId="LiveId" clId="{CE9CBDC3-C471-4592-A0C7-D4306DFC9379}" dt="2026-08-25T23:53:55.808" v="58"/>
      <pc:docMkLst>
        <pc:docMk/>
      </pc:docMkLst>
      <pc:sldChg chg="modSp mod">
        <pc:chgData name="maemonah younas" userId="cda937d2b4d13568" providerId="LiveId" clId="{CE9CBDC3-C471-4592-A0C7-D4306DFC9379}" dt="2026-08-25T23:53:55.808" v="58"/>
        <pc:sldMkLst>
          <pc:docMk/>
          <pc:sldMk cId="394422212" sldId="272"/>
        </pc:sldMkLst>
        <pc:spChg chg="mod">
          <ac:chgData name="maemonah younas" userId="cda937d2b4d13568" providerId="LiveId" clId="{CE9CBDC3-C471-4592-A0C7-D4306DFC9379}" dt="2026-08-25T23:53:55.808" v="58"/>
          <ac:spMkLst>
            <pc:docMk/>
            <pc:sldMk cId="394422212" sldId="272"/>
            <ac:spMk id="11" creationId="{82DC2A45-F622-D1D8-07AA-B89D9F4CAD7C}"/>
          </ac:spMkLst>
        </pc:spChg>
      </pc:sldChg>
      <pc:sldChg chg="modSp mod">
        <pc:chgData name="maemonah younas" userId="cda937d2b4d13568" providerId="LiveId" clId="{CE9CBDC3-C471-4592-A0C7-D4306DFC9379}" dt="2026-08-25T23:28:46.809" v="2" actId="14734"/>
        <pc:sldMkLst>
          <pc:docMk/>
          <pc:sldMk cId="3398242929" sldId="279"/>
        </pc:sldMkLst>
        <pc:graphicFrameChg chg="mod modGraphic">
          <ac:chgData name="maemonah younas" userId="cda937d2b4d13568" providerId="LiveId" clId="{CE9CBDC3-C471-4592-A0C7-D4306DFC9379}" dt="2026-08-25T23:28:46.809" v="2" actId="14734"/>
          <ac:graphicFrameMkLst>
            <pc:docMk/>
            <pc:sldMk cId="3398242929" sldId="279"/>
            <ac:graphicFrameMk id="2" creationId="{66F0C2CE-F216-8DEA-28A1-94EFCE077DA5}"/>
          </ac:graphicFrameMkLst>
        </pc:graphicFrameChg>
      </pc:sldChg>
      <pc:sldChg chg="addSp modSp mod">
        <pc:chgData name="maemonah younas" userId="cda937d2b4d13568" providerId="LiveId" clId="{CE9CBDC3-C471-4592-A0C7-D4306DFC9379}" dt="2026-08-25T23:47:18.169" v="11" actId="1076"/>
        <pc:sldMkLst>
          <pc:docMk/>
          <pc:sldMk cId="3532191962" sldId="280"/>
        </pc:sldMkLst>
        <pc:picChg chg="add mod">
          <ac:chgData name="maemonah younas" userId="cda937d2b4d13568" providerId="LiveId" clId="{CE9CBDC3-C471-4592-A0C7-D4306DFC9379}" dt="2026-08-25T23:47:18.169" v="11" actId="1076"/>
          <ac:picMkLst>
            <pc:docMk/>
            <pc:sldMk cId="3532191962" sldId="280"/>
            <ac:picMk id="4" creationId="{A14A7FCB-B1AC-870C-C8DF-B5E94F2D37D8}"/>
          </ac:picMkLst>
        </pc:picChg>
      </pc:sldChg>
      <pc:sldChg chg="add del">
        <pc:chgData name="maemonah younas" userId="cda937d2b4d13568" providerId="LiveId" clId="{CE9CBDC3-C471-4592-A0C7-D4306DFC9379}" dt="2026-08-25T23:49:00.542" v="13" actId="2890"/>
        <pc:sldMkLst>
          <pc:docMk/>
          <pc:sldMk cId="2937194994" sldId="284"/>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3CAE3-D96D-2B25-A802-63AA569945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E71CC8B-1D93-ACCE-533D-04571A3DFA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E9DB350-CCAB-5ADF-461E-09DF87FACD9D}"/>
              </a:ext>
            </a:extLst>
          </p:cNvPr>
          <p:cNvSpPr>
            <a:spLocks noGrp="1"/>
          </p:cNvSpPr>
          <p:nvPr>
            <p:ph type="dt" sz="half" idx="10"/>
          </p:nvPr>
        </p:nvSpPr>
        <p:spPr/>
        <p:txBody>
          <a:bodyPr/>
          <a:lstStyle/>
          <a:p>
            <a:fld id="{95891507-0C50-4836-966C-50D69FCDA625}" type="datetimeFigureOut">
              <a:rPr lang="en-US" smtClean="0"/>
              <a:t>8/26/2026</a:t>
            </a:fld>
            <a:endParaRPr lang="en-US"/>
          </a:p>
        </p:txBody>
      </p:sp>
      <p:sp>
        <p:nvSpPr>
          <p:cNvPr id="5" name="Footer Placeholder 4">
            <a:extLst>
              <a:ext uri="{FF2B5EF4-FFF2-40B4-BE49-F238E27FC236}">
                <a16:creationId xmlns:a16="http://schemas.microsoft.com/office/drawing/2014/main" id="{219E1803-0642-E145-A930-83044324E4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C8076E-C355-A826-478F-F2451383DFC6}"/>
              </a:ext>
            </a:extLst>
          </p:cNvPr>
          <p:cNvSpPr>
            <a:spLocks noGrp="1"/>
          </p:cNvSpPr>
          <p:nvPr>
            <p:ph type="sldNum" sz="quarter" idx="12"/>
          </p:nvPr>
        </p:nvSpPr>
        <p:spPr/>
        <p:txBody>
          <a:bodyPr/>
          <a:lstStyle/>
          <a:p>
            <a:fld id="{FA9EC680-C6CD-4190-B551-A4436C434CDF}" type="slidenum">
              <a:rPr lang="en-US" smtClean="0"/>
              <a:t>‹#›</a:t>
            </a:fld>
            <a:endParaRPr lang="en-US"/>
          </a:p>
        </p:txBody>
      </p:sp>
    </p:spTree>
    <p:extLst>
      <p:ext uri="{BB962C8B-B14F-4D97-AF65-F5344CB8AC3E}">
        <p14:creationId xmlns:p14="http://schemas.microsoft.com/office/powerpoint/2010/main" val="2293582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16AC2-1897-AC74-82F6-A306E6AA1D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F62BFA-15E2-18DC-37DF-EDCAC480FA9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1BBB9D-4204-C1B0-31AF-8085C3EB5993}"/>
              </a:ext>
            </a:extLst>
          </p:cNvPr>
          <p:cNvSpPr>
            <a:spLocks noGrp="1"/>
          </p:cNvSpPr>
          <p:nvPr>
            <p:ph type="dt" sz="half" idx="10"/>
          </p:nvPr>
        </p:nvSpPr>
        <p:spPr/>
        <p:txBody>
          <a:bodyPr/>
          <a:lstStyle/>
          <a:p>
            <a:fld id="{95891507-0C50-4836-966C-50D69FCDA625}" type="datetimeFigureOut">
              <a:rPr lang="en-US" smtClean="0"/>
              <a:t>8/26/2026</a:t>
            </a:fld>
            <a:endParaRPr lang="en-US"/>
          </a:p>
        </p:txBody>
      </p:sp>
      <p:sp>
        <p:nvSpPr>
          <p:cNvPr id="5" name="Footer Placeholder 4">
            <a:extLst>
              <a:ext uri="{FF2B5EF4-FFF2-40B4-BE49-F238E27FC236}">
                <a16:creationId xmlns:a16="http://schemas.microsoft.com/office/drawing/2014/main" id="{4F743DCB-097B-74CD-48EB-8F9AF8EDC6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8A475D-F8B1-4828-0BE6-C71DC27591A2}"/>
              </a:ext>
            </a:extLst>
          </p:cNvPr>
          <p:cNvSpPr>
            <a:spLocks noGrp="1"/>
          </p:cNvSpPr>
          <p:nvPr>
            <p:ph type="sldNum" sz="quarter" idx="12"/>
          </p:nvPr>
        </p:nvSpPr>
        <p:spPr/>
        <p:txBody>
          <a:bodyPr/>
          <a:lstStyle/>
          <a:p>
            <a:fld id="{FA9EC680-C6CD-4190-B551-A4436C434CDF}" type="slidenum">
              <a:rPr lang="en-US" smtClean="0"/>
              <a:t>‹#›</a:t>
            </a:fld>
            <a:endParaRPr lang="en-US"/>
          </a:p>
        </p:txBody>
      </p:sp>
    </p:spTree>
    <p:extLst>
      <p:ext uri="{BB962C8B-B14F-4D97-AF65-F5344CB8AC3E}">
        <p14:creationId xmlns:p14="http://schemas.microsoft.com/office/powerpoint/2010/main" val="34878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9C1AF-5CE5-43A7-B3D2-E07014C79E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E51FA8C-BC8C-E2E9-DDC2-B632A7BC00D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248261-89C2-F518-6714-1D4A2BCE5F8F}"/>
              </a:ext>
            </a:extLst>
          </p:cNvPr>
          <p:cNvSpPr>
            <a:spLocks noGrp="1"/>
          </p:cNvSpPr>
          <p:nvPr>
            <p:ph type="dt" sz="half" idx="10"/>
          </p:nvPr>
        </p:nvSpPr>
        <p:spPr/>
        <p:txBody>
          <a:bodyPr/>
          <a:lstStyle/>
          <a:p>
            <a:fld id="{95891507-0C50-4836-966C-50D69FCDA625}" type="datetimeFigureOut">
              <a:rPr lang="en-US" smtClean="0"/>
              <a:t>8/26/2026</a:t>
            </a:fld>
            <a:endParaRPr lang="en-US"/>
          </a:p>
        </p:txBody>
      </p:sp>
      <p:sp>
        <p:nvSpPr>
          <p:cNvPr id="5" name="Footer Placeholder 4">
            <a:extLst>
              <a:ext uri="{FF2B5EF4-FFF2-40B4-BE49-F238E27FC236}">
                <a16:creationId xmlns:a16="http://schemas.microsoft.com/office/drawing/2014/main" id="{876E50AE-77AE-01AD-22A9-E4DDDEE0FA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D74E23-449D-F78B-7D32-350BD3C9773D}"/>
              </a:ext>
            </a:extLst>
          </p:cNvPr>
          <p:cNvSpPr>
            <a:spLocks noGrp="1"/>
          </p:cNvSpPr>
          <p:nvPr>
            <p:ph type="sldNum" sz="quarter" idx="12"/>
          </p:nvPr>
        </p:nvSpPr>
        <p:spPr/>
        <p:txBody>
          <a:bodyPr/>
          <a:lstStyle/>
          <a:p>
            <a:fld id="{FA9EC680-C6CD-4190-B551-A4436C434CDF}" type="slidenum">
              <a:rPr lang="en-US" smtClean="0"/>
              <a:t>‹#›</a:t>
            </a:fld>
            <a:endParaRPr lang="en-US"/>
          </a:p>
        </p:txBody>
      </p:sp>
    </p:spTree>
    <p:extLst>
      <p:ext uri="{BB962C8B-B14F-4D97-AF65-F5344CB8AC3E}">
        <p14:creationId xmlns:p14="http://schemas.microsoft.com/office/powerpoint/2010/main" val="933627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3A603-07E0-F9E8-4221-975BA651AC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FD02E1F-16F0-18C0-D3EA-CED9ECFFDA5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A257445-09D5-8F75-67EB-6E1FE6DBF08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CCCEA53-CCEB-FC68-3DB4-BE56B450DE20}"/>
              </a:ext>
            </a:extLst>
          </p:cNvPr>
          <p:cNvSpPr>
            <a:spLocks noGrp="1"/>
          </p:cNvSpPr>
          <p:nvPr>
            <p:ph type="dt" sz="half" idx="10"/>
          </p:nvPr>
        </p:nvSpPr>
        <p:spPr/>
        <p:txBody>
          <a:bodyPr/>
          <a:lstStyle/>
          <a:p>
            <a:fld id="{95891507-0C50-4836-966C-50D69FCDA625}" type="datetimeFigureOut">
              <a:rPr lang="en-US" smtClean="0"/>
              <a:t>8/26/2026</a:t>
            </a:fld>
            <a:endParaRPr lang="en-US"/>
          </a:p>
        </p:txBody>
      </p:sp>
      <p:sp>
        <p:nvSpPr>
          <p:cNvPr id="6" name="Footer Placeholder 5">
            <a:extLst>
              <a:ext uri="{FF2B5EF4-FFF2-40B4-BE49-F238E27FC236}">
                <a16:creationId xmlns:a16="http://schemas.microsoft.com/office/drawing/2014/main" id="{16290088-2F42-F3F7-E32D-AA2C0CF666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F799F7-3143-2C2E-AB86-305F26DD5CD8}"/>
              </a:ext>
            </a:extLst>
          </p:cNvPr>
          <p:cNvSpPr>
            <a:spLocks noGrp="1"/>
          </p:cNvSpPr>
          <p:nvPr>
            <p:ph type="sldNum" sz="quarter" idx="12"/>
          </p:nvPr>
        </p:nvSpPr>
        <p:spPr/>
        <p:txBody>
          <a:bodyPr/>
          <a:lstStyle/>
          <a:p>
            <a:fld id="{FA9EC680-C6CD-4190-B551-A4436C434CDF}" type="slidenum">
              <a:rPr lang="en-US" smtClean="0"/>
              <a:t>‹#›</a:t>
            </a:fld>
            <a:endParaRPr lang="en-US"/>
          </a:p>
        </p:txBody>
      </p:sp>
    </p:spTree>
    <p:extLst>
      <p:ext uri="{BB962C8B-B14F-4D97-AF65-F5344CB8AC3E}">
        <p14:creationId xmlns:p14="http://schemas.microsoft.com/office/powerpoint/2010/main" val="1621634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DAC0D-0DE0-0472-0ECD-30D4C7EBEB3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674ECA1-0E91-8F1C-5FD7-9EED4A3B1F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504FAD-9893-B8A4-64C0-C2278A7ED4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819B63-8C43-1622-68F6-B2E2E97E12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AE8D3D-5CD0-F0B2-403D-70FB49CDC0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0F52397-BD27-08E7-2539-706B609A13CF}"/>
              </a:ext>
            </a:extLst>
          </p:cNvPr>
          <p:cNvSpPr>
            <a:spLocks noGrp="1"/>
          </p:cNvSpPr>
          <p:nvPr>
            <p:ph type="dt" sz="half" idx="10"/>
          </p:nvPr>
        </p:nvSpPr>
        <p:spPr/>
        <p:txBody>
          <a:bodyPr/>
          <a:lstStyle/>
          <a:p>
            <a:fld id="{95891507-0C50-4836-966C-50D69FCDA625}" type="datetimeFigureOut">
              <a:rPr lang="en-US" smtClean="0"/>
              <a:t>8/26/2026</a:t>
            </a:fld>
            <a:endParaRPr lang="en-US"/>
          </a:p>
        </p:txBody>
      </p:sp>
      <p:sp>
        <p:nvSpPr>
          <p:cNvPr id="8" name="Footer Placeholder 7">
            <a:extLst>
              <a:ext uri="{FF2B5EF4-FFF2-40B4-BE49-F238E27FC236}">
                <a16:creationId xmlns:a16="http://schemas.microsoft.com/office/drawing/2014/main" id="{21250E5B-1A20-9008-F5F9-E8EC2AB4F4F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3FC3131-BC09-E533-0FC9-57F709296F12}"/>
              </a:ext>
            </a:extLst>
          </p:cNvPr>
          <p:cNvSpPr>
            <a:spLocks noGrp="1"/>
          </p:cNvSpPr>
          <p:nvPr>
            <p:ph type="sldNum" sz="quarter" idx="12"/>
          </p:nvPr>
        </p:nvSpPr>
        <p:spPr/>
        <p:txBody>
          <a:bodyPr/>
          <a:lstStyle/>
          <a:p>
            <a:fld id="{FA9EC680-C6CD-4190-B551-A4436C434CDF}" type="slidenum">
              <a:rPr lang="en-US" smtClean="0"/>
              <a:t>‹#›</a:t>
            </a:fld>
            <a:endParaRPr lang="en-US"/>
          </a:p>
        </p:txBody>
      </p:sp>
    </p:spTree>
    <p:extLst>
      <p:ext uri="{BB962C8B-B14F-4D97-AF65-F5344CB8AC3E}">
        <p14:creationId xmlns:p14="http://schemas.microsoft.com/office/powerpoint/2010/main" val="28483155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77DC7-47A7-A6E4-6A3A-6BC9383E6AD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4E44C95-EF9F-D4D7-1E08-18E8B3D909A8}"/>
              </a:ext>
            </a:extLst>
          </p:cNvPr>
          <p:cNvSpPr>
            <a:spLocks noGrp="1"/>
          </p:cNvSpPr>
          <p:nvPr>
            <p:ph type="dt" sz="half" idx="10"/>
          </p:nvPr>
        </p:nvSpPr>
        <p:spPr/>
        <p:txBody>
          <a:bodyPr/>
          <a:lstStyle/>
          <a:p>
            <a:fld id="{95891507-0C50-4836-966C-50D69FCDA625}" type="datetimeFigureOut">
              <a:rPr lang="en-US" smtClean="0"/>
              <a:t>8/26/2026</a:t>
            </a:fld>
            <a:endParaRPr lang="en-US"/>
          </a:p>
        </p:txBody>
      </p:sp>
      <p:sp>
        <p:nvSpPr>
          <p:cNvPr id="4" name="Footer Placeholder 3">
            <a:extLst>
              <a:ext uri="{FF2B5EF4-FFF2-40B4-BE49-F238E27FC236}">
                <a16:creationId xmlns:a16="http://schemas.microsoft.com/office/drawing/2014/main" id="{5AF9164A-6543-FF5A-1E2E-94CA3A93CB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B069F14-65A0-DC7F-7687-1E10E15F7257}"/>
              </a:ext>
            </a:extLst>
          </p:cNvPr>
          <p:cNvSpPr>
            <a:spLocks noGrp="1"/>
          </p:cNvSpPr>
          <p:nvPr>
            <p:ph type="sldNum" sz="quarter" idx="12"/>
          </p:nvPr>
        </p:nvSpPr>
        <p:spPr/>
        <p:txBody>
          <a:bodyPr/>
          <a:lstStyle/>
          <a:p>
            <a:fld id="{FA9EC680-C6CD-4190-B551-A4436C434CDF}" type="slidenum">
              <a:rPr lang="en-US" smtClean="0"/>
              <a:t>‹#›</a:t>
            </a:fld>
            <a:endParaRPr lang="en-US"/>
          </a:p>
        </p:txBody>
      </p:sp>
    </p:spTree>
    <p:extLst>
      <p:ext uri="{BB962C8B-B14F-4D97-AF65-F5344CB8AC3E}">
        <p14:creationId xmlns:p14="http://schemas.microsoft.com/office/powerpoint/2010/main" val="1240886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F630C5-C5F0-830A-3A76-61A4C98D7CBC}"/>
              </a:ext>
            </a:extLst>
          </p:cNvPr>
          <p:cNvSpPr>
            <a:spLocks noGrp="1"/>
          </p:cNvSpPr>
          <p:nvPr>
            <p:ph type="dt" sz="half" idx="10"/>
          </p:nvPr>
        </p:nvSpPr>
        <p:spPr/>
        <p:txBody>
          <a:bodyPr/>
          <a:lstStyle/>
          <a:p>
            <a:fld id="{95891507-0C50-4836-966C-50D69FCDA625}" type="datetimeFigureOut">
              <a:rPr lang="en-US" smtClean="0"/>
              <a:t>8/26/2026</a:t>
            </a:fld>
            <a:endParaRPr lang="en-US"/>
          </a:p>
        </p:txBody>
      </p:sp>
      <p:sp>
        <p:nvSpPr>
          <p:cNvPr id="3" name="Footer Placeholder 2">
            <a:extLst>
              <a:ext uri="{FF2B5EF4-FFF2-40B4-BE49-F238E27FC236}">
                <a16:creationId xmlns:a16="http://schemas.microsoft.com/office/drawing/2014/main" id="{4EE15D9B-391F-67D9-A7E6-8DC2A009005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4C5C737-661F-2F58-5758-E6C7766A8D61}"/>
              </a:ext>
            </a:extLst>
          </p:cNvPr>
          <p:cNvSpPr>
            <a:spLocks noGrp="1"/>
          </p:cNvSpPr>
          <p:nvPr>
            <p:ph type="sldNum" sz="quarter" idx="12"/>
          </p:nvPr>
        </p:nvSpPr>
        <p:spPr/>
        <p:txBody>
          <a:bodyPr/>
          <a:lstStyle/>
          <a:p>
            <a:fld id="{FA9EC680-C6CD-4190-B551-A4436C434CDF}" type="slidenum">
              <a:rPr lang="en-US" smtClean="0"/>
              <a:t>‹#›</a:t>
            </a:fld>
            <a:endParaRPr lang="en-US"/>
          </a:p>
        </p:txBody>
      </p:sp>
    </p:spTree>
    <p:extLst>
      <p:ext uri="{BB962C8B-B14F-4D97-AF65-F5344CB8AC3E}">
        <p14:creationId xmlns:p14="http://schemas.microsoft.com/office/powerpoint/2010/main" val="3195661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32951-85D4-C3ED-C08B-86395F9E96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D622378-39E0-E949-8CD6-95489C5985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8EF56EE-2789-6D6E-FF79-913606D141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07F87B-CFF2-AFBD-F69C-8ECE46E99480}"/>
              </a:ext>
            </a:extLst>
          </p:cNvPr>
          <p:cNvSpPr>
            <a:spLocks noGrp="1"/>
          </p:cNvSpPr>
          <p:nvPr>
            <p:ph type="dt" sz="half" idx="10"/>
          </p:nvPr>
        </p:nvSpPr>
        <p:spPr/>
        <p:txBody>
          <a:bodyPr/>
          <a:lstStyle/>
          <a:p>
            <a:fld id="{95891507-0C50-4836-966C-50D69FCDA625}" type="datetimeFigureOut">
              <a:rPr lang="en-US" smtClean="0"/>
              <a:t>8/26/2026</a:t>
            </a:fld>
            <a:endParaRPr lang="en-US"/>
          </a:p>
        </p:txBody>
      </p:sp>
      <p:sp>
        <p:nvSpPr>
          <p:cNvPr id="6" name="Footer Placeholder 5">
            <a:extLst>
              <a:ext uri="{FF2B5EF4-FFF2-40B4-BE49-F238E27FC236}">
                <a16:creationId xmlns:a16="http://schemas.microsoft.com/office/drawing/2014/main" id="{E3D157EC-7301-C08E-AA40-FFFAC9711C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FB25F4-3ACB-7C9D-AE08-29BAB76462FB}"/>
              </a:ext>
            </a:extLst>
          </p:cNvPr>
          <p:cNvSpPr>
            <a:spLocks noGrp="1"/>
          </p:cNvSpPr>
          <p:nvPr>
            <p:ph type="sldNum" sz="quarter" idx="12"/>
          </p:nvPr>
        </p:nvSpPr>
        <p:spPr/>
        <p:txBody>
          <a:bodyPr/>
          <a:lstStyle/>
          <a:p>
            <a:fld id="{FA9EC680-C6CD-4190-B551-A4436C434CDF}" type="slidenum">
              <a:rPr lang="en-US" smtClean="0"/>
              <a:t>‹#›</a:t>
            </a:fld>
            <a:endParaRPr lang="en-US"/>
          </a:p>
        </p:txBody>
      </p:sp>
    </p:spTree>
    <p:extLst>
      <p:ext uri="{BB962C8B-B14F-4D97-AF65-F5344CB8AC3E}">
        <p14:creationId xmlns:p14="http://schemas.microsoft.com/office/powerpoint/2010/main" val="1990365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04BD1-C305-029D-733F-ED0C3CB7FB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CC6E43-8F5F-4BBC-55F5-0DEBB84662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E0B06C2-98DE-F3D2-589E-D03FB979AD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78AF36-1DE7-9390-EC91-CBD4247B148B}"/>
              </a:ext>
            </a:extLst>
          </p:cNvPr>
          <p:cNvSpPr>
            <a:spLocks noGrp="1"/>
          </p:cNvSpPr>
          <p:nvPr>
            <p:ph type="dt" sz="half" idx="10"/>
          </p:nvPr>
        </p:nvSpPr>
        <p:spPr/>
        <p:txBody>
          <a:bodyPr/>
          <a:lstStyle/>
          <a:p>
            <a:fld id="{95891507-0C50-4836-966C-50D69FCDA625}" type="datetimeFigureOut">
              <a:rPr lang="en-US" smtClean="0"/>
              <a:t>8/26/2026</a:t>
            </a:fld>
            <a:endParaRPr lang="en-US"/>
          </a:p>
        </p:txBody>
      </p:sp>
      <p:sp>
        <p:nvSpPr>
          <p:cNvPr id="6" name="Footer Placeholder 5">
            <a:extLst>
              <a:ext uri="{FF2B5EF4-FFF2-40B4-BE49-F238E27FC236}">
                <a16:creationId xmlns:a16="http://schemas.microsoft.com/office/drawing/2014/main" id="{84115D3A-95EC-7E74-91D3-D213AD7CA6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E67869-3284-F63F-8F05-FA50E4B17D41}"/>
              </a:ext>
            </a:extLst>
          </p:cNvPr>
          <p:cNvSpPr>
            <a:spLocks noGrp="1"/>
          </p:cNvSpPr>
          <p:nvPr>
            <p:ph type="sldNum" sz="quarter" idx="12"/>
          </p:nvPr>
        </p:nvSpPr>
        <p:spPr/>
        <p:txBody>
          <a:bodyPr/>
          <a:lstStyle/>
          <a:p>
            <a:fld id="{FA9EC680-C6CD-4190-B551-A4436C434CDF}" type="slidenum">
              <a:rPr lang="en-US" smtClean="0"/>
              <a:t>‹#›</a:t>
            </a:fld>
            <a:endParaRPr lang="en-US"/>
          </a:p>
        </p:txBody>
      </p:sp>
    </p:spTree>
    <p:extLst>
      <p:ext uri="{BB962C8B-B14F-4D97-AF65-F5344CB8AC3E}">
        <p14:creationId xmlns:p14="http://schemas.microsoft.com/office/powerpoint/2010/main" val="39141497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15BB3-BDE2-0619-8B36-974C9D937BD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A110CB0-630C-6A19-EDA6-7D161A9B2C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3AFDC2-5FDB-1FDB-8C2E-F304BF74B2E3}"/>
              </a:ext>
            </a:extLst>
          </p:cNvPr>
          <p:cNvSpPr>
            <a:spLocks noGrp="1"/>
          </p:cNvSpPr>
          <p:nvPr>
            <p:ph type="dt" sz="half" idx="10"/>
          </p:nvPr>
        </p:nvSpPr>
        <p:spPr/>
        <p:txBody>
          <a:bodyPr/>
          <a:lstStyle/>
          <a:p>
            <a:fld id="{95891507-0C50-4836-966C-50D69FCDA625}" type="datetimeFigureOut">
              <a:rPr lang="en-US" smtClean="0"/>
              <a:t>8/26/2026</a:t>
            </a:fld>
            <a:endParaRPr lang="en-US"/>
          </a:p>
        </p:txBody>
      </p:sp>
      <p:sp>
        <p:nvSpPr>
          <p:cNvPr id="5" name="Footer Placeholder 4">
            <a:extLst>
              <a:ext uri="{FF2B5EF4-FFF2-40B4-BE49-F238E27FC236}">
                <a16:creationId xmlns:a16="http://schemas.microsoft.com/office/drawing/2014/main" id="{611D2DD1-D09A-CC88-B61F-F2B0C1D6C7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B9A845-A143-BAB3-BBAC-00AB32E65572}"/>
              </a:ext>
            </a:extLst>
          </p:cNvPr>
          <p:cNvSpPr>
            <a:spLocks noGrp="1"/>
          </p:cNvSpPr>
          <p:nvPr>
            <p:ph type="sldNum" sz="quarter" idx="12"/>
          </p:nvPr>
        </p:nvSpPr>
        <p:spPr/>
        <p:txBody>
          <a:bodyPr/>
          <a:lstStyle/>
          <a:p>
            <a:fld id="{FA9EC680-C6CD-4190-B551-A4436C434CDF}" type="slidenum">
              <a:rPr lang="en-US" smtClean="0"/>
              <a:t>‹#›</a:t>
            </a:fld>
            <a:endParaRPr lang="en-US"/>
          </a:p>
        </p:txBody>
      </p:sp>
    </p:spTree>
    <p:extLst>
      <p:ext uri="{BB962C8B-B14F-4D97-AF65-F5344CB8AC3E}">
        <p14:creationId xmlns:p14="http://schemas.microsoft.com/office/powerpoint/2010/main" val="162663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644A34-6448-BF80-7F56-2B21F5D3220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F296252-211D-B837-1CED-51F0E41011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5BC401-F8B1-7DBF-61AA-F42B16B5526A}"/>
              </a:ext>
            </a:extLst>
          </p:cNvPr>
          <p:cNvSpPr>
            <a:spLocks noGrp="1"/>
          </p:cNvSpPr>
          <p:nvPr>
            <p:ph type="dt" sz="half" idx="10"/>
          </p:nvPr>
        </p:nvSpPr>
        <p:spPr/>
        <p:txBody>
          <a:bodyPr/>
          <a:lstStyle/>
          <a:p>
            <a:fld id="{95891507-0C50-4836-966C-50D69FCDA625}" type="datetimeFigureOut">
              <a:rPr lang="en-US" smtClean="0"/>
              <a:t>8/26/2026</a:t>
            </a:fld>
            <a:endParaRPr lang="en-US"/>
          </a:p>
        </p:txBody>
      </p:sp>
      <p:sp>
        <p:nvSpPr>
          <p:cNvPr id="5" name="Footer Placeholder 4">
            <a:extLst>
              <a:ext uri="{FF2B5EF4-FFF2-40B4-BE49-F238E27FC236}">
                <a16:creationId xmlns:a16="http://schemas.microsoft.com/office/drawing/2014/main" id="{6141F381-5DA2-26AB-0300-55E1E65EFF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0398C3-7857-BC13-8C80-4B4A33E337A2}"/>
              </a:ext>
            </a:extLst>
          </p:cNvPr>
          <p:cNvSpPr>
            <a:spLocks noGrp="1"/>
          </p:cNvSpPr>
          <p:nvPr>
            <p:ph type="sldNum" sz="quarter" idx="12"/>
          </p:nvPr>
        </p:nvSpPr>
        <p:spPr/>
        <p:txBody>
          <a:bodyPr/>
          <a:lstStyle/>
          <a:p>
            <a:fld id="{FA9EC680-C6CD-4190-B551-A4436C434CDF}" type="slidenum">
              <a:rPr lang="en-US" smtClean="0"/>
              <a:t>‹#›</a:t>
            </a:fld>
            <a:endParaRPr lang="en-US"/>
          </a:p>
        </p:txBody>
      </p:sp>
    </p:spTree>
    <p:extLst>
      <p:ext uri="{BB962C8B-B14F-4D97-AF65-F5344CB8AC3E}">
        <p14:creationId xmlns:p14="http://schemas.microsoft.com/office/powerpoint/2010/main" val="17980285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406726-5C90-669B-57FE-D92C8B8582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1FD0449-715A-E73A-3C72-15499B400E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E0C681-4F2B-18FB-357A-88E36B2D6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5891507-0C50-4836-966C-50D69FCDA625}" type="datetimeFigureOut">
              <a:rPr lang="en-US" smtClean="0"/>
              <a:t>8/26/2026</a:t>
            </a:fld>
            <a:endParaRPr lang="en-US"/>
          </a:p>
        </p:txBody>
      </p:sp>
      <p:sp>
        <p:nvSpPr>
          <p:cNvPr id="5" name="Footer Placeholder 4">
            <a:extLst>
              <a:ext uri="{FF2B5EF4-FFF2-40B4-BE49-F238E27FC236}">
                <a16:creationId xmlns:a16="http://schemas.microsoft.com/office/drawing/2014/main" id="{1431D256-36DC-E6AB-B904-2895950AC1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8AF1925-29A9-212D-387B-35C3BDBDA4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A9EC680-C6CD-4190-B551-A4436C434CDF}" type="slidenum">
              <a:rPr lang="en-US" smtClean="0"/>
              <a:t>‹#›</a:t>
            </a:fld>
            <a:endParaRPr lang="en-US"/>
          </a:p>
        </p:txBody>
      </p:sp>
    </p:spTree>
    <p:extLst>
      <p:ext uri="{BB962C8B-B14F-4D97-AF65-F5344CB8AC3E}">
        <p14:creationId xmlns:p14="http://schemas.microsoft.com/office/powerpoint/2010/main" val="6102317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BD2D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560B8-51C1-5B42-E8EF-784A83E5ED80}"/>
              </a:ext>
            </a:extLst>
          </p:cNvPr>
          <p:cNvSpPr>
            <a:spLocks noGrp="1"/>
          </p:cNvSpPr>
          <p:nvPr>
            <p:ph type="ctrTitle"/>
          </p:nvPr>
        </p:nvSpPr>
        <p:spPr/>
        <p:txBody>
          <a:bodyPr/>
          <a:lstStyle/>
          <a:p>
            <a:r>
              <a:rPr lang="en-US" b="1" dirty="0" err="1">
                <a:solidFill>
                  <a:schemeClr val="tx1">
                    <a:lumMod val="85000"/>
                    <a:lumOff val="15000"/>
                  </a:schemeClr>
                </a:solidFill>
                <a:latin typeface="Andalus" panose="02020603050405020304" pitchFamily="18" charset="-78"/>
                <a:cs typeface="Andalus" panose="02020603050405020304" pitchFamily="18" charset="-78"/>
              </a:rPr>
              <a:t>Ad</a:t>
            </a:r>
            <a:r>
              <a:rPr lang="en-US" b="1" dirty="0" err="1">
                <a:latin typeface="Andalus" panose="02020603050405020304" pitchFamily="18" charset="-78"/>
                <a:cs typeface="Andalus" panose="02020603050405020304" pitchFamily="18" charset="-78"/>
              </a:rPr>
              <a:t>Optima</a:t>
            </a:r>
            <a:endParaRPr lang="en-US" b="1" dirty="0">
              <a:latin typeface="Andalus" panose="02020603050405020304" pitchFamily="18" charset="-78"/>
              <a:cs typeface="Andalus" panose="02020603050405020304" pitchFamily="18" charset="-78"/>
            </a:endParaRPr>
          </a:p>
        </p:txBody>
      </p:sp>
      <p:pic>
        <p:nvPicPr>
          <p:cNvPr id="5" name="Picture 4" descr="A red ball with a white play button&#10;&#10;AI-generated content may be incorrect.">
            <a:extLst>
              <a:ext uri="{FF2B5EF4-FFF2-40B4-BE49-F238E27FC236}">
                <a16:creationId xmlns:a16="http://schemas.microsoft.com/office/drawing/2014/main" id="{BB78023E-99A0-F2E9-B597-9E59F79D7F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7163" y="-4845698"/>
            <a:ext cx="6858000" cy="6858000"/>
          </a:xfrm>
          <a:prstGeom prst="rect">
            <a:avLst/>
          </a:prstGeom>
        </p:spPr>
      </p:pic>
      <p:pic>
        <p:nvPicPr>
          <p:cNvPr id="7" name="Picture 6" descr="A colorful logo on a black background&#10;&#10;AI-generated content may be incorrect.">
            <a:extLst>
              <a:ext uri="{FF2B5EF4-FFF2-40B4-BE49-F238E27FC236}">
                <a16:creationId xmlns:a16="http://schemas.microsoft.com/office/drawing/2014/main" id="{330EE0C7-EDA4-1CCB-FDAE-3EA833FB5A25}"/>
              </a:ext>
            </a:extLst>
          </p:cNvPr>
          <p:cNvPicPr>
            <a:picLocks noChangeAspect="1"/>
          </p:cNvPicPr>
          <p:nvPr/>
        </p:nvPicPr>
        <p:blipFill>
          <a:blip r:embed="rId3">
            <a:extLst>
              <a:ext uri="{28A0092B-C50C-407E-A947-70E740481C1C}">
                <a14:useLocalDpi xmlns:a14="http://schemas.microsoft.com/office/drawing/2010/main" val="0"/>
              </a:ext>
            </a:extLst>
          </a:blip>
          <a:srcRect b="19032"/>
          <a:stretch/>
        </p:blipFill>
        <p:spPr>
          <a:xfrm rot="17839161">
            <a:off x="-3443299" y="-2299340"/>
            <a:ext cx="9231631" cy="7284076"/>
          </a:xfrm>
          <a:prstGeom prst="rect">
            <a:avLst/>
          </a:prstGeom>
        </p:spPr>
      </p:pic>
    </p:spTree>
    <p:extLst>
      <p:ext uri="{BB962C8B-B14F-4D97-AF65-F5344CB8AC3E}">
        <p14:creationId xmlns:p14="http://schemas.microsoft.com/office/powerpoint/2010/main" val="38298306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pic>
        <p:nvPicPr>
          <p:cNvPr id="5" name="Picture 4" descr="A red ball with a white play button&#10;&#10;AI-generated content may be incorrect.">
            <a:extLst>
              <a:ext uri="{FF2B5EF4-FFF2-40B4-BE49-F238E27FC236}">
                <a16:creationId xmlns:a16="http://schemas.microsoft.com/office/drawing/2014/main" id="{BB78023E-99A0-F2E9-B597-9E59F79D7F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7163" y="-4845698"/>
            <a:ext cx="6858000" cy="6858000"/>
          </a:xfrm>
          <a:prstGeom prst="rect">
            <a:avLst/>
          </a:prstGeom>
        </p:spPr>
      </p:pic>
      <p:sp>
        <p:nvSpPr>
          <p:cNvPr id="6" name="Title 1">
            <a:extLst>
              <a:ext uri="{FF2B5EF4-FFF2-40B4-BE49-F238E27FC236}">
                <a16:creationId xmlns:a16="http://schemas.microsoft.com/office/drawing/2014/main" id="{3084F391-6A16-AEC0-A041-2AB92E81040F}"/>
              </a:ext>
            </a:extLst>
          </p:cNvPr>
          <p:cNvSpPr>
            <a:spLocks noGrp="1"/>
          </p:cNvSpPr>
          <p:nvPr>
            <p:ph type="ctrTitle"/>
          </p:nvPr>
        </p:nvSpPr>
        <p:spPr>
          <a:xfrm>
            <a:off x="1524000" y="1122363"/>
            <a:ext cx="9144000" cy="2387600"/>
          </a:xfrm>
        </p:spPr>
        <p:txBody>
          <a:bodyPr/>
          <a:lstStyle/>
          <a:p>
            <a:r>
              <a:rPr lang="en-US" b="1" dirty="0" err="1">
                <a:solidFill>
                  <a:schemeClr val="tx1">
                    <a:lumMod val="85000"/>
                    <a:lumOff val="15000"/>
                  </a:schemeClr>
                </a:solidFill>
                <a:latin typeface="Andalus" panose="02020603050405020304" pitchFamily="18" charset="-78"/>
                <a:cs typeface="Andalus" panose="02020603050405020304" pitchFamily="18" charset="-78"/>
              </a:rPr>
              <a:t>Ad</a:t>
            </a:r>
            <a:r>
              <a:rPr lang="en-US" b="1" dirty="0" err="1">
                <a:latin typeface="Andalus" panose="02020603050405020304" pitchFamily="18" charset="-78"/>
                <a:cs typeface="Andalus" panose="02020603050405020304" pitchFamily="18" charset="-78"/>
              </a:rPr>
              <a:t>Optima</a:t>
            </a:r>
            <a:endParaRPr lang="en-US" b="1" dirty="0">
              <a:latin typeface="Andalus" panose="02020603050405020304" pitchFamily="18" charset="-78"/>
              <a:cs typeface="Andalus" panose="02020603050405020304" pitchFamily="18" charset="-78"/>
            </a:endParaRPr>
          </a:p>
        </p:txBody>
      </p:sp>
      <p:pic>
        <p:nvPicPr>
          <p:cNvPr id="7" name="Picture 6" descr="A colorful logo on a black background&#10;&#10;AI-generated content may be incorrect.">
            <a:extLst>
              <a:ext uri="{FF2B5EF4-FFF2-40B4-BE49-F238E27FC236}">
                <a16:creationId xmlns:a16="http://schemas.microsoft.com/office/drawing/2014/main" id="{330EE0C7-EDA4-1CCB-FDAE-3EA833FB5A25}"/>
              </a:ext>
            </a:extLst>
          </p:cNvPr>
          <p:cNvPicPr>
            <a:picLocks noChangeAspect="1"/>
          </p:cNvPicPr>
          <p:nvPr/>
        </p:nvPicPr>
        <p:blipFill>
          <a:blip r:embed="rId3">
            <a:extLst>
              <a:ext uri="{28A0092B-C50C-407E-A947-70E740481C1C}">
                <a14:useLocalDpi xmlns:a14="http://schemas.microsoft.com/office/drawing/2010/main" val="0"/>
              </a:ext>
            </a:extLst>
          </a:blip>
          <a:srcRect b="19032"/>
          <a:stretch/>
        </p:blipFill>
        <p:spPr>
          <a:xfrm rot="12060772">
            <a:off x="-2158617" y="-1130634"/>
            <a:ext cx="7458048" cy="6183026"/>
          </a:xfrm>
          <a:prstGeom prst="rect">
            <a:avLst/>
          </a:prstGeom>
        </p:spPr>
      </p:pic>
      <p:sp>
        <p:nvSpPr>
          <p:cNvPr id="9" name="TextBox 8">
            <a:extLst>
              <a:ext uri="{FF2B5EF4-FFF2-40B4-BE49-F238E27FC236}">
                <a16:creationId xmlns:a16="http://schemas.microsoft.com/office/drawing/2014/main" id="{3857D3FE-06CC-BF34-B666-BB4503FE045A}"/>
              </a:ext>
            </a:extLst>
          </p:cNvPr>
          <p:cNvSpPr txBox="1"/>
          <p:nvPr/>
        </p:nvSpPr>
        <p:spPr>
          <a:xfrm>
            <a:off x="4762500" y="3325297"/>
            <a:ext cx="9281160" cy="400110"/>
          </a:xfrm>
          <a:prstGeom prst="rect">
            <a:avLst/>
          </a:prstGeom>
          <a:noFill/>
        </p:spPr>
        <p:txBody>
          <a:bodyPr wrap="square">
            <a:spAutoFit/>
          </a:bodyPr>
          <a:lstStyle/>
          <a:p>
            <a:r>
              <a:rPr lang="en-US" sz="2000" dirty="0">
                <a:latin typeface="Andalus" panose="02020603050405020304" pitchFamily="18" charset="-78"/>
                <a:cs typeface="Andalus" panose="02020603050405020304" pitchFamily="18" charset="-78"/>
              </a:rPr>
              <a:t>Machine Learning Project</a:t>
            </a:r>
          </a:p>
        </p:txBody>
      </p:sp>
    </p:spTree>
    <p:extLst>
      <p:ext uri="{BB962C8B-B14F-4D97-AF65-F5344CB8AC3E}">
        <p14:creationId xmlns:p14="http://schemas.microsoft.com/office/powerpoint/2010/main" val="15262272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CFF8F9E-CF71-A0AB-BD7F-3BCD89086798}"/>
              </a:ext>
            </a:extLst>
          </p:cNvPr>
          <p:cNvSpPr>
            <a:spLocks noGrp="1"/>
          </p:cNvSpPr>
          <p:nvPr>
            <p:ph type="ctrTitle"/>
          </p:nvPr>
        </p:nvSpPr>
        <p:spPr>
          <a:xfrm>
            <a:off x="1524000" y="1122363"/>
            <a:ext cx="9144000" cy="2387600"/>
          </a:xfrm>
        </p:spPr>
        <p:txBody>
          <a:bodyPr/>
          <a:lstStyle/>
          <a:p>
            <a:r>
              <a:rPr lang="en-US" b="1" dirty="0" err="1">
                <a:solidFill>
                  <a:schemeClr val="tx1">
                    <a:lumMod val="85000"/>
                    <a:lumOff val="15000"/>
                  </a:schemeClr>
                </a:solidFill>
                <a:latin typeface="Andalus" panose="02020603050405020304" pitchFamily="18" charset="-78"/>
                <a:cs typeface="Andalus" panose="02020603050405020304" pitchFamily="18" charset="-78"/>
              </a:rPr>
              <a:t>Ad</a:t>
            </a:r>
            <a:r>
              <a:rPr lang="en-US" b="1" dirty="0" err="1">
                <a:latin typeface="Andalus" panose="02020603050405020304" pitchFamily="18" charset="-78"/>
                <a:cs typeface="Andalus" panose="02020603050405020304" pitchFamily="18" charset="-78"/>
              </a:rPr>
              <a:t>Optima</a:t>
            </a:r>
            <a:endParaRPr lang="en-US" b="1" dirty="0">
              <a:latin typeface="Andalus" panose="02020603050405020304" pitchFamily="18" charset="-78"/>
              <a:cs typeface="Andalus" panose="02020603050405020304" pitchFamily="18" charset="-78"/>
            </a:endParaRPr>
          </a:p>
        </p:txBody>
      </p:sp>
      <p:pic>
        <p:nvPicPr>
          <p:cNvPr id="3" name="Picture 2" descr="A red ball with a white play button&#10;&#10;AI-generated content may be incorrect.">
            <a:extLst>
              <a:ext uri="{FF2B5EF4-FFF2-40B4-BE49-F238E27FC236}">
                <a16:creationId xmlns:a16="http://schemas.microsoft.com/office/drawing/2014/main" id="{97C6E089-B89A-65FE-E8C3-936B8736C97A}"/>
              </a:ext>
            </a:extLst>
          </p:cNvPr>
          <p:cNvPicPr>
            <a:picLocks noChangeAspect="1"/>
          </p:cNvPicPr>
          <p:nvPr/>
        </p:nvPicPr>
        <p:blipFill>
          <a:blip r:embed="rId2">
            <a:extLst>
              <a:ext uri="{28A0092B-C50C-407E-A947-70E740481C1C}">
                <a14:useLocalDpi xmlns:a14="http://schemas.microsoft.com/office/drawing/2010/main" val="0"/>
              </a:ext>
            </a:extLst>
          </a:blip>
          <a:srcRect l="12432"/>
          <a:stretch/>
        </p:blipFill>
        <p:spPr>
          <a:xfrm rot="9551575">
            <a:off x="-1898962" y="-1845012"/>
            <a:ext cx="6005415" cy="6867843"/>
          </a:xfrm>
          <a:prstGeom prst="rect">
            <a:avLst/>
          </a:prstGeom>
        </p:spPr>
      </p:pic>
      <p:pic>
        <p:nvPicPr>
          <p:cNvPr id="7" name="Picture 6" descr="A colorful logo on a black background&#10;&#10;AI-generated content may be incorrect.">
            <a:extLst>
              <a:ext uri="{FF2B5EF4-FFF2-40B4-BE49-F238E27FC236}">
                <a16:creationId xmlns:a16="http://schemas.microsoft.com/office/drawing/2014/main" id="{330EE0C7-EDA4-1CCB-FDAE-3EA833FB5A25}"/>
              </a:ext>
            </a:extLst>
          </p:cNvPr>
          <p:cNvPicPr>
            <a:picLocks noChangeAspect="1"/>
          </p:cNvPicPr>
          <p:nvPr/>
        </p:nvPicPr>
        <p:blipFill>
          <a:blip r:embed="rId3">
            <a:extLst>
              <a:ext uri="{28A0092B-C50C-407E-A947-70E740481C1C}">
                <a14:useLocalDpi xmlns:a14="http://schemas.microsoft.com/office/drawing/2010/main" val="0"/>
              </a:ext>
            </a:extLst>
          </a:blip>
          <a:srcRect l="-1363" t="-1565" r="1363" b="15850"/>
          <a:stretch/>
        </p:blipFill>
        <p:spPr>
          <a:xfrm rot="7863409">
            <a:off x="11972975" y="807729"/>
            <a:ext cx="5836920" cy="5003103"/>
          </a:xfrm>
          <a:prstGeom prst="rect">
            <a:avLst/>
          </a:prstGeom>
        </p:spPr>
      </p:pic>
      <p:sp>
        <p:nvSpPr>
          <p:cNvPr id="11" name="TextBox 10">
            <a:extLst>
              <a:ext uri="{FF2B5EF4-FFF2-40B4-BE49-F238E27FC236}">
                <a16:creationId xmlns:a16="http://schemas.microsoft.com/office/drawing/2014/main" id="{82DC2A45-F622-D1D8-07AA-B89D9F4CAD7C}"/>
              </a:ext>
            </a:extLst>
          </p:cNvPr>
          <p:cNvSpPr txBox="1"/>
          <p:nvPr/>
        </p:nvSpPr>
        <p:spPr>
          <a:xfrm>
            <a:off x="689610" y="3429000"/>
            <a:ext cx="10812780" cy="400110"/>
          </a:xfrm>
          <a:prstGeom prst="rect">
            <a:avLst/>
          </a:prstGeom>
          <a:noFill/>
        </p:spPr>
        <p:txBody>
          <a:bodyPr wrap="square">
            <a:spAutoFit/>
          </a:bodyPr>
          <a:lstStyle/>
          <a:p>
            <a:pPr algn="ctr"/>
            <a:r>
              <a:rPr lang="en-US" sz="2000" dirty="0" err="1">
                <a:latin typeface="Andalus" panose="02020603050405020304" pitchFamily="18" charset="-78"/>
                <a:cs typeface="Andalus" panose="02020603050405020304" pitchFamily="18" charset="-78"/>
              </a:rPr>
              <a:t>Sadeen</a:t>
            </a:r>
            <a:r>
              <a:rPr lang="en-US" sz="2000" dirty="0">
                <a:latin typeface="Andalus" panose="02020603050405020304" pitchFamily="18" charset="-78"/>
                <a:cs typeface="Andalus" panose="02020603050405020304" pitchFamily="18" charset="-78"/>
              </a:rPr>
              <a:t> | </a:t>
            </a:r>
            <a:r>
              <a:rPr lang="en-US" sz="2000" dirty="0" err="1">
                <a:latin typeface="Andalus" panose="02020603050405020304" pitchFamily="18" charset="-78"/>
                <a:cs typeface="Andalus" panose="02020603050405020304" pitchFamily="18" charset="-78"/>
              </a:rPr>
              <a:t>maemonah</a:t>
            </a:r>
            <a:r>
              <a:rPr lang="en-US" sz="2000" dirty="0">
                <a:latin typeface="Andalus" panose="02020603050405020304" pitchFamily="18" charset="-78"/>
                <a:cs typeface="Andalus" panose="02020603050405020304" pitchFamily="18" charset="-78"/>
              </a:rPr>
              <a:t> |</a:t>
            </a:r>
            <a:r>
              <a:rPr lang="en-US" sz="2000" dirty="0" err="1">
                <a:latin typeface="Andalus" panose="02020603050405020304" pitchFamily="18" charset="-78"/>
                <a:cs typeface="Andalus" panose="02020603050405020304" pitchFamily="18" charset="-78"/>
              </a:rPr>
              <a:t>khadejah</a:t>
            </a:r>
            <a:r>
              <a:rPr lang="en-US" sz="2000" dirty="0">
                <a:latin typeface="Andalus" panose="02020603050405020304" pitchFamily="18" charset="-78"/>
                <a:cs typeface="Andalus" panose="02020603050405020304" pitchFamily="18" charset="-78"/>
              </a:rPr>
              <a:t> | </a:t>
            </a:r>
            <a:r>
              <a:rPr lang="en-US" sz="2000" dirty="0" err="1">
                <a:latin typeface="Andalus" panose="02020603050405020304" pitchFamily="18" charset="-78"/>
                <a:cs typeface="Andalus" panose="02020603050405020304" pitchFamily="18" charset="-78"/>
              </a:rPr>
              <a:t>layan</a:t>
            </a:r>
            <a:endParaRPr lang="en-US" sz="2000" dirty="0">
              <a:latin typeface="Andalus" panose="02020603050405020304" pitchFamily="18" charset="-78"/>
              <a:cs typeface="Andalus" panose="02020603050405020304" pitchFamily="18" charset="-78"/>
            </a:endParaRPr>
          </a:p>
        </p:txBody>
      </p:sp>
    </p:spTree>
    <p:extLst>
      <p:ext uri="{BB962C8B-B14F-4D97-AF65-F5344CB8AC3E}">
        <p14:creationId xmlns:p14="http://schemas.microsoft.com/office/powerpoint/2010/main" val="37330991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CFF8F9E-CF71-A0AB-BD7F-3BCD89086798}"/>
              </a:ext>
            </a:extLst>
          </p:cNvPr>
          <p:cNvSpPr>
            <a:spLocks noGrp="1"/>
          </p:cNvSpPr>
          <p:nvPr>
            <p:ph type="ctrTitle"/>
          </p:nvPr>
        </p:nvSpPr>
        <p:spPr>
          <a:xfrm>
            <a:off x="1308847" y="398033"/>
            <a:ext cx="9144000" cy="852824"/>
          </a:xfrm>
        </p:spPr>
        <p:txBody>
          <a:bodyPr>
            <a:normAutofit fontScale="90000"/>
          </a:bodyPr>
          <a:lstStyle/>
          <a:p>
            <a:r>
              <a:rPr lang="en-US" b="1" dirty="0" err="1">
                <a:solidFill>
                  <a:schemeClr val="tx1">
                    <a:lumMod val="85000"/>
                    <a:lumOff val="15000"/>
                  </a:schemeClr>
                </a:solidFill>
                <a:latin typeface="Andalus" panose="02020603050405020304" pitchFamily="18" charset="-78"/>
                <a:cs typeface="Andalus" panose="02020603050405020304" pitchFamily="18" charset="-78"/>
              </a:rPr>
              <a:t>Ad</a:t>
            </a:r>
            <a:r>
              <a:rPr lang="en-US" b="1" dirty="0" err="1">
                <a:latin typeface="Andalus" panose="02020603050405020304" pitchFamily="18" charset="-78"/>
                <a:cs typeface="Andalus" panose="02020603050405020304" pitchFamily="18" charset="-78"/>
              </a:rPr>
              <a:t>Optima</a:t>
            </a:r>
            <a:endParaRPr lang="en-US" b="1" dirty="0">
              <a:latin typeface="Andalus" panose="02020603050405020304" pitchFamily="18" charset="-78"/>
              <a:cs typeface="Andalus" panose="02020603050405020304" pitchFamily="18" charset="-78"/>
            </a:endParaRPr>
          </a:p>
        </p:txBody>
      </p:sp>
      <p:pic>
        <p:nvPicPr>
          <p:cNvPr id="3" name="Picture 2" descr="A red ball with a white play button&#10;&#10;AI-generated content may be incorrect.">
            <a:extLst>
              <a:ext uri="{FF2B5EF4-FFF2-40B4-BE49-F238E27FC236}">
                <a16:creationId xmlns:a16="http://schemas.microsoft.com/office/drawing/2014/main" id="{97C6E089-B89A-65FE-E8C3-936B8736C97A}"/>
              </a:ext>
            </a:extLst>
          </p:cNvPr>
          <p:cNvPicPr>
            <a:picLocks noChangeAspect="1"/>
          </p:cNvPicPr>
          <p:nvPr/>
        </p:nvPicPr>
        <p:blipFill>
          <a:blip r:embed="rId2">
            <a:extLst>
              <a:ext uri="{28A0092B-C50C-407E-A947-70E740481C1C}">
                <a14:useLocalDpi xmlns:a14="http://schemas.microsoft.com/office/drawing/2010/main" val="0"/>
              </a:ext>
            </a:extLst>
          </a:blip>
          <a:srcRect l="12432"/>
          <a:stretch/>
        </p:blipFill>
        <p:spPr>
          <a:xfrm rot="9551575">
            <a:off x="-1898962" y="-1845012"/>
            <a:ext cx="6005415" cy="6867843"/>
          </a:xfrm>
          <a:prstGeom prst="rect">
            <a:avLst/>
          </a:prstGeom>
        </p:spPr>
      </p:pic>
      <p:pic>
        <p:nvPicPr>
          <p:cNvPr id="7" name="Picture 6" descr="A colorful logo on a black background&#10;&#10;AI-generated content may be incorrect.">
            <a:extLst>
              <a:ext uri="{FF2B5EF4-FFF2-40B4-BE49-F238E27FC236}">
                <a16:creationId xmlns:a16="http://schemas.microsoft.com/office/drawing/2014/main" id="{330EE0C7-EDA4-1CCB-FDAE-3EA833FB5A25}"/>
              </a:ext>
            </a:extLst>
          </p:cNvPr>
          <p:cNvPicPr>
            <a:picLocks noChangeAspect="1"/>
          </p:cNvPicPr>
          <p:nvPr/>
        </p:nvPicPr>
        <p:blipFill>
          <a:blip r:embed="rId3">
            <a:extLst>
              <a:ext uri="{28A0092B-C50C-407E-A947-70E740481C1C}">
                <a14:useLocalDpi xmlns:a14="http://schemas.microsoft.com/office/drawing/2010/main" val="0"/>
              </a:ext>
            </a:extLst>
          </a:blip>
          <a:srcRect l="-1363" t="-1565" r="1363" b="15850"/>
          <a:stretch/>
        </p:blipFill>
        <p:spPr>
          <a:xfrm rot="244854">
            <a:off x="8937691" y="-1708866"/>
            <a:ext cx="4577901" cy="3923938"/>
          </a:xfrm>
          <a:prstGeom prst="rect">
            <a:avLst/>
          </a:prstGeom>
        </p:spPr>
      </p:pic>
      <p:sp>
        <p:nvSpPr>
          <p:cNvPr id="11" name="TextBox 10">
            <a:extLst>
              <a:ext uri="{FF2B5EF4-FFF2-40B4-BE49-F238E27FC236}">
                <a16:creationId xmlns:a16="http://schemas.microsoft.com/office/drawing/2014/main" id="{82DC2A45-F622-D1D8-07AA-B89D9F4CAD7C}"/>
              </a:ext>
            </a:extLst>
          </p:cNvPr>
          <p:cNvSpPr txBox="1"/>
          <p:nvPr/>
        </p:nvSpPr>
        <p:spPr>
          <a:xfrm>
            <a:off x="4032738" y="1250857"/>
            <a:ext cx="6850415" cy="5262979"/>
          </a:xfrm>
          <a:prstGeom prst="rect">
            <a:avLst/>
          </a:prstGeom>
          <a:noFill/>
        </p:spPr>
        <p:txBody>
          <a:bodyPr wrap="square">
            <a:spAutoFit/>
          </a:bodyPr>
          <a:lstStyle/>
          <a:p>
            <a:r>
              <a:rPr lang="en-US" sz="2800" b="0" i="0" dirty="0">
                <a:solidFill>
                  <a:schemeClr val="tx1">
                    <a:lumMod val="95000"/>
                    <a:lumOff val="5000"/>
                  </a:schemeClr>
                </a:solidFill>
                <a:effectLst/>
                <a:latin typeface="Andalus" panose="02020603050405020304" pitchFamily="18" charset="-78"/>
                <a:cs typeface="Andalus" panose="02020603050405020304" pitchFamily="18" charset="-78"/>
              </a:rPr>
              <a:t>Nowadays, social media is one of the most popular ways for companies to market and promote their products. Choosing the right social media platform is an important part of a successful marketing campaign. Therefore, our project aims to build a Machine Learning model that predicts the expected sales of an influencer marketing campaign based on several factors, such as the platform used, before the campaign is implemented. This can help companies make better decisions and reduce financial losses.</a:t>
            </a:r>
            <a:endParaRPr lang="en-US" sz="2800" dirty="0">
              <a:solidFill>
                <a:schemeClr val="tx1">
                  <a:lumMod val="95000"/>
                  <a:lumOff val="5000"/>
                </a:schemeClr>
              </a:solidFill>
              <a:latin typeface="Andalus" panose="02020603050405020304" pitchFamily="18" charset="-78"/>
              <a:cs typeface="Andalus" panose="02020603050405020304" pitchFamily="18" charset="-78"/>
            </a:endParaRPr>
          </a:p>
        </p:txBody>
      </p:sp>
    </p:spTree>
    <p:extLst>
      <p:ext uri="{BB962C8B-B14F-4D97-AF65-F5344CB8AC3E}">
        <p14:creationId xmlns:p14="http://schemas.microsoft.com/office/powerpoint/2010/main" val="3944222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47B14-161D-E3B4-45C2-1C643BB13E3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FAB505E6-0926-708C-20FF-E67B4191C6BA}"/>
              </a:ext>
            </a:extLst>
          </p:cNvPr>
          <p:cNvSpPr>
            <a:spLocks noGrp="1"/>
          </p:cNvSpPr>
          <p:nvPr>
            <p:ph type="ctrTitle"/>
          </p:nvPr>
        </p:nvSpPr>
        <p:spPr>
          <a:xfrm>
            <a:off x="1524000" y="3002588"/>
            <a:ext cx="9144000" cy="852824"/>
          </a:xfrm>
        </p:spPr>
        <p:txBody>
          <a:bodyPr>
            <a:normAutofit fontScale="90000"/>
          </a:bodyPr>
          <a:lstStyle/>
          <a:p>
            <a:r>
              <a:rPr lang="en-US" b="1" dirty="0">
                <a:latin typeface="Andalus" panose="02020603050405020304" pitchFamily="18" charset="-78"/>
                <a:cs typeface="Andalus" panose="02020603050405020304" pitchFamily="18" charset="-78"/>
              </a:rPr>
              <a:t>Data overview</a:t>
            </a:r>
          </a:p>
        </p:txBody>
      </p:sp>
      <p:pic>
        <p:nvPicPr>
          <p:cNvPr id="3" name="Picture 2" descr="A red ball with a white play button&#10;&#10;AI-generated content may be incorrect.">
            <a:extLst>
              <a:ext uri="{FF2B5EF4-FFF2-40B4-BE49-F238E27FC236}">
                <a16:creationId xmlns:a16="http://schemas.microsoft.com/office/drawing/2014/main" id="{7D9EA03D-539D-8059-5EFF-8A71C9C1D01B}"/>
              </a:ext>
            </a:extLst>
          </p:cNvPr>
          <p:cNvPicPr>
            <a:picLocks noChangeAspect="1"/>
          </p:cNvPicPr>
          <p:nvPr/>
        </p:nvPicPr>
        <p:blipFill>
          <a:blip r:embed="rId2">
            <a:extLst>
              <a:ext uri="{28A0092B-C50C-407E-A947-70E740481C1C}">
                <a14:useLocalDpi xmlns:a14="http://schemas.microsoft.com/office/drawing/2010/main" val="0"/>
              </a:ext>
            </a:extLst>
          </a:blip>
          <a:srcRect l="12432"/>
          <a:stretch/>
        </p:blipFill>
        <p:spPr>
          <a:xfrm rot="9551575">
            <a:off x="-1478707" y="-1623631"/>
            <a:ext cx="6005415" cy="6867843"/>
          </a:xfrm>
          <a:prstGeom prst="rect">
            <a:avLst/>
          </a:prstGeom>
        </p:spPr>
      </p:pic>
      <p:pic>
        <p:nvPicPr>
          <p:cNvPr id="7" name="Picture 6" descr="A colorful logo on a black background&#10;&#10;AI-generated content may be incorrect.">
            <a:extLst>
              <a:ext uri="{FF2B5EF4-FFF2-40B4-BE49-F238E27FC236}">
                <a16:creationId xmlns:a16="http://schemas.microsoft.com/office/drawing/2014/main" id="{807DAF94-D764-14D6-8399-5765F60F30A8}"/>
              </a:ext>
            </a:extLst>
          </p:cNvPr>
          <p:cNvPicPr>
            <a:picLocks noChangeAspect="1"/>
          </p:cNvPicPr>
          <p:nvPr/>
        </p:nvPicPr>
        <p:blipFill>
          <a:blip r:embed="rId3">
            <a:extLst>
              <a:ext uri="{28A0092B-C50C-407E-A947-70E740481C1C}">
                <a14:useLocalDpi xmlns:a14="http://schemas.microsoft.com/office/drawing/2010/main" val="0"/>
              </a:ext>
            </a:extLst>
          </a:blip>
          <a:srcRect l="-1363" t="-1565" r="1363" b="15850"/>
          <a:stretch/>
        </p:blipFill>
        <p:spPr>
          <a:xfrm rot="244854">
            <a:off x="8745185" y="-1391233"/>
            <a:ext cx="4577901" cy="3923938"/>
          </a:xfrm>
          <a:prstGeom prst="rect">
            <a:avLst/>
          </a:prstGeom>
        </p:spPr>
      </p:pic>
    </p:spTree>
    <p:extLst>
      <p:ext uri="{BB962C8B-B14F-4D97-AF65-F5344CB8AC3E}">
        <p14:creationId xmlns:p14="http://schemas.microsoft.com/office/powerpoint/2010/main" val="7800728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2543FCF-17E3-E47E-C8CA-16E41666A784}"/>
              </a:ext>
            </a:extLst>
          </p:cNvPr>
          <p:cNvPicPr>
            <a:picLocks noChangeAspect="1"/>
          </p:cNvPicPr>
          <p:nvPr/>
        </p:nvPicPr>
        <p:blipFill>
          <a:blip r:embed="rId2"/>
          <a:stretch>
            <a:fillRect/>
          </a:stretch>
        </p:blipFill>
        <p:spPr>
          <a:xfrm>
            <a:off x="351474" y="83520"/>
            <a:ext cx="9585914" cy="5272252"/>
          </a:xfrm>
          <a:prstGeom prst="rect">
            <a:avLst/>
          </a:prstGeom>
        </p:spPr>
      </p:pic>
      <p:pic>
        <p:nvPicPr>
          <p:cNvPr id="7" name="Picture 6">
            <a:extLst>
              <a:ext uri="{FF2B5EF4-FFF2-40B4-BE49-F238E27FC236}">
                <a16:creationId xmlns:a16="http://schemas.microsoft.com/office/drawing/2014/main" id="{425C32FD-0E63-6AA9-FA90-376E3A858FC0}"/>
              </a:ext>
            </a:extLst>
          </p:cNvPr>
          <p:cNvPicPr>
            <a:picLocks noChangeAspect="1"/>
          </p:cNvPicPr>
          <p:nvPr/>
        </p:nvPicPr>
        <p:blipFill>
          <a:blip r:embed="rId3"/>
          <a:stretch>
            <a:fillRect/>
          </a:stretch>
        </p:blipFill>
        <p:spPr>
          <a:xfrm>
            <a:off x="7368989" y="4664209"/>
            <a:ext cx="4686691" cy="2193791"/>
          </a:xfrm>
          <a:prstGeom prst="rect">
            <a:avLst/>
          </a:prstGeom>
        </p:spPr>
      </p:pic>
      <p:pic>
        <p:nvPicPr>
          <p:cNvPr id="9" name="Picture 8" descr="A red ball with a white play button&#10;&#10;AI-generated content may be incorrect.">
            <a:extLst>
              <a:ext uri="{FF2B5EF4-FFF2-40B4-BE49-F238E27FC236}">
                <a16:creationId xmlns:a16="http://schemas.microsoft.com/office/drawing/2014/main" id="{1B17E0D4-3BDA-05BE-174D-EE5CFAB4FD9C}"/>
              </a:ext>
            </a:extLst>
          </p:cNvPr>
          <p:cNvPicPr>
            <a:picLocks noChangeAspect="1"/>
          </p:cNvPicPr>
          <p:nvPr/>
        </p:nvPicPr>
        <p:blipFill>
          <a:blip r:embed="rId4">
            <a:extLst>
              <a:ext uri="{28A0092B-C50C-407E-A947-70E740481C1C}">
                <a14:useLocalDpi xmlns:a14="http://schemas.microsoft.com/office/drawing/2010/main" val="0"/>
              </a:ext>
            </a:extLst>
          </a:blip>
          <a:srcRect l="12432"/>
          <a:stretch/>
        </p:blipFill>
        <p:spPr>
          <a:xfrm rot="207796">
            <a:off x="10511436" y="-870374"/>
            <a:ext cx="2178868" cy="2491772"/>
          </a:xfrm>
          <a:prstGeom prst="rect">
            <a:avLst/>
          </a:prstGeom>
        </p:spPr>
      </p:pic>
      <p:pic>
        <p:nvPicPr>
          <p:cNvPr id="11" name="Picture 10" descr="A colorful logo on a black background&#10;&#10;AI-generated content may be incorrect.">
            <a:extLst>
              <a:ext uri="{FF2B5EF4-FFF2-40B4-BE49-F238E27FC236}">
                <a16:creationId xmlns:a16="http://schemas.microsoft.com/office/drawing/2014/main" id="{5226B088-B244-38A3-B0C4-4763D9A92C38}"/>
              </a:ext>
            </a:extLst>
          </p:cNvPr>
          <p:cNvPicPr>
            <a:picLocks noChangeAspect="1"/>
          </p:cNvPicPr>
          <p:nvPr/>
        </p:nvPicPr>
        <p:blipFill>
          <a:blip r:embed="rId5">
            <a:extLst>
              <a:ext uri="{28A0092B-C50C-407E-A947-70E740481C1C}">
                <a14:useLocalDpi xmlns:a14="http://schemas.microsoft.com/office/drawing/2010/main" val="0"/>
              </a:ext>
            </a:extLst>
          </a:blip>
          <a:srcRect l="-1363" t="-1565" r="1363" b="15850"/>
          <a:stretch/>
        </p:blipFill>
        <p:spPr>
          <a:xfrm rot="244854">
            <a:off x="10851859" y="434969"/>
            <a:ext cx="1972562" cy="1690777"/>
          </a:xfrm>
          <a:prstGeom prst="rect">
            <a:avLst/>
          </a:prstGeom>
        </p:spPr>
      </p:pic>
    </p:spTree>
    <p:extLst>
      <p:ext uri="{BB962C8B-B14F-4D97-AF65-F5344CB8AC3E}">
        <p14:creationId xmlns:p14="http://schemas.microsoft.com/office/powerpoint/2010/main" val="18072947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CFF8F9E-CF71-A0AB-BD7F-3BCD89086798}"/>
              </a:ext>
            </a:extLst>
          </p:cNvPr>
          <p:cNvSpPr>
            <a:spLocks noGrp="1"/>
          </p:cNvSpPr>
          <p:nvPr>
            <p:ph type="ctrTitle"/>
          </p:nvPr>
        </p:nvSpPr>
        <p:spPr>
          <a:xfrm>
            <a:off x="2534020" y="-7012306"/>
            <a:ext cx="4598197" cy="1300797"/>
          </a:xfrm>
        </p:spPr>
        <p:txBody>
          <a:bodyPr>
            <a:normAutofit/>
          </a:bodyPr>
          <a:lstStyle/>
          <a:p>
            <a:r>
              <a:rPr lang="en-US" b="1" dirty="0" err="1">
                <a:solidFill>
                  <a:schemeClr val="bg1">
                    <a:lumMod val="95000"/>
                  </a:schemeClr>
                </a:solidFill>
                <a:latin typeface="Andalus" panose="02020603050405020304" pitchFamily="18" charset="-78"/>
                <a:cs typeface="Andalus" panose="02020603050405020304" pitchFamily="18" charset="-78"/>
              </a:rPr>
              <a:t>AdOptima</a:t>
            </a:r>
            <a:endParaRPr lang="en-US" b="1" dirty="0">
              <a:solidFill>
                <a:schemeClr val="bg1">
                  <a:lumMod val="95000"/>
                </a:schemeClr>
              </a:solidFill>
              <a:latin typeface="Andalus" panose="02020603050405020304" pitchFamily="18" charset="-78"/>
              <a:cs typeface="Andalus" panose="02020603050405020304" pitchFamily="18" charset="-78"/>
            </a:endParaRPr>
          </a:p>
        </p:txBody>
      </p:sp>
      <p:pic>
        <p:nvPicPr>
          <p:cNvPr id="7" name="Picture 6" descr="A colorful logo on a black background&#10;&#10;AI-generated content may be incorrect.">
            <a:extLst>
              <a:ext uri="{FF2B5EF4-FFF2-40B4-BE49-F238E27FC236}">
                <a16:creationId xmlns:a16="http://schemas.microsoft.com/office/drawing/2014/main" id="{330EE0C7-EDA4-1CCB-FDAE-3EA833FB5A25}"/>
              </a:ext>
            </a:extLst>
          </p:cNvPr>
          <p:cNvPicPr>
            <a:picLocks noChangeAspect="1"/>
          </p:cNvPicPr>
          <p:nvPr/>
        </p:nvPicPr>
        <p:blipFill>
          <a:blip r:embed="rId2">
            <a:extLst>
              <a:ext uri="{28A0092B-C50C-407E-A947-70E740481C1C}">
                <a14:useLocalDpi xmlns:a14="http://schemas.microsoft.com/office/drawing/2010/main" val="0"/>
              </a:ext>
            </a:extLst>
          </a:blip>
          <a:srcRect l="-1363" t="-1565" r="1363" b="15850"/>
          <a:stretch/>
        </p:blipFill>
        <p:spPr>
          <a:xfrm rot="20199478">
            <a:off x="12642994" y="5058014"/>
            <a:ext cx="5836920" cy="5003103"/>
          </a:xfrm>
          <a:prstGeom prst="rect">
            <a:avLst/>
          </a:prstGeom>
        </p:spPr>
      </p:pic>
      <p:pic>
        <p:nvPicPr>
          <p:cNvPr id="3" name="Picture 2" descr="A red ball with a white play button&#10;&#10;AI-generated content may be incorrect.">
            <a:extLst>
              <a:ext uri="{FF2B5EF4-FFF2-40B4-BE49-F238E27FC236}">
                <a16:creationId xmlns:a16="http://schemas.microsoft.com/office/drawing/2014/main" id="{97C6E089-B89A-65FE-E8C3-936B8736C97A}"/>
              </a:ext>
            </a:extLst>
          </p:cNvPr>
          <p:cNvPicPr>
            <a:picLocks noChangeAspect="1"/>
          </p:cNvPicPr>
          <p:nvPr/>
        </p:nvPicPr>
        <p:blipFill>
          <a:blip r:embed="rId3">
            <a:extLst>
              <a:ext uri="{28A0092B-C50C-407E-A947-70E740481C1C}">
                <a14:useLocalDpi xmlns:a14="http://schemas.microsoft.com/office/drawing/2010/main" val="0"/>
              </a:ext>
            </a:extLst>
          </a:blip>
          <a:srcRect l="12432"/>
          <a:stretch/>
        </p:blipFill>
        <p:spPr>
          <a:xfrm rot="666241">
            <a:off x="8217446" y="2649089"/>
            <a:ext cx="5627701" cy="6435886"/>
          </a:xfrm>
          <a:prstGeom prst="rect">
            <a:avLst/>
          </a:prstGeom>
        </p:spPr>
      </p:pic>
      <p:pic>
        <p:nvPicPr>
          <p:cNvPr id="6" name="Picture 5">
            <a:extLst>
              <a:ext uri="{FF2B5EF4-FFF2-40B4-BE49-F238E27FC236}">
                <a16:creationId xmlns:a16="http://schemas.microsoft.com/office/drawing/2014/main" id="{C879981D-0C64-88DF-F3E3-C3D36EB5FD3A}"/>
              </a:ext>
            </a:extLst>
          </p:cNvPr>
          <p:cNvPicPr>
            <a:picLocks noChangeAspect="1"/>
          </p:cNvPicPr>
          <p:nvPr/>
        </p:nvPicPr>
        <p:blipFill>
          <a:blip r:embed="rId4"/>
          <a:stretch>
            <a:fillRect/>
          </a:stretch>
        </p:blipFill>
        <p:spPr>
          <a:xfrm>
            <a:off x="301310" y="1113715"/>
            <a:ext cx="5794690" cy="4290724"/>
          </a:xfrm>
          <a:prstGeom prst="rect">
            <a:avLst/>
          </a:prstGeom>
        </p:spPr>
      </p:pic>
      <p:sp>
        <p:nvSpPr>
          <p:cNvPr id="13" name="TextBox 12">
            <a:extLst>
              <a:ext uri="{FF2B5EF4-FFF2-40B4-BE49-F238E27FC236}">
                <a16:creationId xmlns:a16="http://schemas.microsoft.com/office/drawing/2014/main" id="{C861F464-FCD2-0B48-AD86-5691F2774F9C}"/>
              </a:ext>
            </a:extLst>
          </p:cNvPr>
          <p:cNvSpPr txBox="1"/>
          <p:nvPr/>
        </p:nvSpPr>
        <p:spPr>
          <a:xfrm>
            <a:off x="6218060" y="1320085"/>
            <a:ext cx="6045141" cy="193899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ndalus" panose="02020603050405020304" pitchFamily="18" charset="-78"/>
                <a:cs typeface="Andalus" panose="02020603050405020304" pitchFamily="18" charset="-78"/>
              </a:rPr>
              <a:t>The dataset contains numerical and categorical</a:t>
            </a:r>
            <a:r>
              <a:rPr kumimoji="0" lang="ar-JO" altLang="en-US" sz="2400" b="0" i="0" u="none" strike="noStrike" cap="none" normalizeH="0" baseline="0" dirty="0">
                <a:ln>
                  <a:noFill/>
                </a:ln>
                <a:solidFill>
                  <a:schemeClr val="tx1"/>
                </a:solidFill>
                <a:effectLst/>
                <a:latin typeface="Andalus" panose="02020603050405020304" pitchFamily="18" charset="-78"/>
                <a:cs typeface="Andalus" panose="02020603050405020304" pitchFamily="18" charset="-78"/>
              </a:rPr>
              <a:t> </a:t>
            </a:r>
            <a:r>
              <a:rPr kumimoji="0" lang="en-US" altLang="en-US" sz="2400" b="0" i="0" u="none" strike="noStrike" cap="none" normalizeH="0" baseline="0" dirty="0">
                <a:ln>
                  <a:noFill/>
                </a:ln>
                <a:solidFill>
                  <a:schemeClr val="tx1"/>
                </a:solidFill>
                <a:effectLst/>
                <a:latin typeface="Andalus" panose="02020603050405020304" pitchFamily="18" charset="-78"/>
                <a:cs typeface="Andalus" panose="02020603050405020304" pitchFamily="18" charset="-78"/>
              </a:rPr>
              <a:t>variables that</a:t>
            </a:r>
            <a:r>
              <a:rPr lang="ar-JO" altLang="en-US" sz="2400" dirty="0">
                <a:latin typeface="Andalus" panose="02020603050405020304" pitchFamily="18" charset="-78"/>
                <a:cs typeface="Andalus" panose="02020603050405020304" pitchFamily="18" charset="-78"/>
              </a:rPr>
              <a:t> </a:t>
            </a:r>
            <a:r>
              <a:rPr kumimoji="0" lang="en-US" altLang="en-US" sz="2400" b="0" i="0" u="none" strike="noStrike" cap="none" normalizeH="0" baseline="0" dirty="0">
                <a:ln>
                  <a:noFill/>
                </a:ln>
                <a:solidFill>
                  <a:schemeClr val="tx1"/>
                </a:solidFill>
                <a:effectLst/>
                <a:latin typeface="Andalus" panose="02020603050405020304" pitchFamily="18" charset="-78"/>
                <a:cs typeface="Andalus" panose="02020603050405020304" pitchFamily="18" charset="-78"/>
              </a:rPr>
              <a:t>can be used to predict campaign performance.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ndalus" panose="02020603050405020304" pitchFamily="18" charset="-78"/>
                <a:cs typeface="Andalus" panose="02020603050405020304" pitchFamily="18" charset="-78"/>
              </a:rPr>
              <a:t>The target variable is numeric : </a:t>
            </a:r>
            <a:r>
              <a:rPr kumimoji="0" lang="en-US" altLang="en-US" sz="2400" b="0" i="0" u="none" strike="noStrike" cap="none" normalizeH="0" baseline="0" dirty="0" err="1">
                <a:ln>
                  <a:noFill/>
                </a:ln>
                <a:solidFill>
                  <a:schemeClr val="tx1"/>
                </a:solidFill>
                <a:effectLst/>
                <a:latin typeface="Andalus" panose="02020603050405020304" pitchFamily="18" charset="-78"/>
                <a:cs typeface="Andalus" panose="02020603050405020304" pitchFamily="18" charset="-78"/>
              </a:rPr>
              <a:t>product_sales</a:t>
            </a:r>
            <a:r>
              <a:rPr kumimoji="0" lang="en-US" altLang="en-US" sz="2400" b="0" i="0" u="none" strike="noStrike" cap="none" normalizeH="0" baseline="0" dirty="0">
                <a:ln>
                  <a:noFill/>
                </a:ln>
                <a:solidFill>
                  <a:schemeClr val="tx1"/>
                </a:solidFill>
                <a:effectLst/>
                <a:latin typeface="Andalus" panose="02020603050405020304" pitchFamily="18" charset="-78"/>
                <a:cs typeface="Andalus" panose="02020603050405020304" pitchFamily="18" charset="-78"/>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ndalus" panose="02020603050405020304" pitchFamily="18" charset="-78"/>
                <a:cs typeface="Andalus" panose="02020603050405020304" pitchFamily="18" charset="-78"/>
              </a:rPr>
              <a:t>making this a </a:t>
            </a:r>
            <a:r>
              <a:rPr kumimoji="0" lang="en-US" altLang="en-US" sz="2400" i="0" u="none" strike="noStrike" cap="none" normalizeH="0" baseline="0" dirty="0">
                <a:ln>
                  <a:noFill/>
                </a:ln>
                <a:solidFill>
                  <a:schemeClr val="tx1"/>
                </a:solidFill>
                <a:effectLst/>
                <a:latin typeface="Andalus" panose="02020603050405020304" pitchFamily="18" charset="-78"/>
                <a:cs typeface="Andalus" panose="02020603050405020304" pitchFamily="18" charset="-78"/>
              </a:rPr>
              <a:t>Regression</a:t>
            </a:r>
            <a:r>
              <a:rPr kumimoji="0" lang="en-US" altLang="en-US" sz="2400" b="0" i="0" u="none" strike="noStrike" cap="none" normalizeH="0" baseline="0" dirty="0">
                <a:ln>
                  <a:noFill/>
                </a:ln>
                <a:solidFill>
                  <a:schemeClr val="tx1"/>
                </a:solidFill>
                <a:effectLst/>
                <a:latin typeface="Andalus" panose="02020603050405020304" pitchFamily="18" charset="-78"/>
                <a:cs typeface="Andalus" panose="02020603050405020304" pitchFamily="18" charset="-78"/>
              </a:rPr>
              <a:t> </a:t>
            </a:r>
            <a:r>
              <a:rPr kumimoji="0" lang="en-US" altLang="en-US" sz="2400" i="0" u="none" strike="noStrike" cap="none" normalizeH="0" baseline="0" dirty="0">
                <a:ln>
                  <a:noFill/>
                </a:ln>
                <a:solidFill>
                  <a:schemeClr val="tx1"/>
                </a:solidFill>
                <a:effectLst/>
                <a:latin typeface="Andalus" panose="02020603050405020304" pitchFamily="18" charset="-78"/>
                <a:cs typeface="Andalus" panose="02020603050405020304" pitchFamily="18" charset="-78"/>
              </a:rPr>
              <a:t>problem</a:t>
            </a:r>
            <a:r>
              <a:rPr kumimoji="0" lang="en-US" altLang="en-US" sz="2400" b="0" i="0" u="none" strike="noStrike" cap="none" normalizeH="0" baseline="0" dirty="0">
                <a:ln>
                  <a:noFill/>
                </a:ln>
                <a:solidFill>
                  <a:schemeClr val="tx1"/>
                </a:solidFill>
                <a:effectLst/>
                <a:latin typeface="Andalus" panose="02020603050405020304" pitchFamily="18" charset="-78"/>
                <a:cs typeface="Andalus" panose="02020603050405020304" pitchFamily="18" charset="-78"/>
              </a:rPr>
              <a:t>.</a:t>
            </a:r>
          </a:p>
        </p:txBody>
      </p:sp>
    </p:spTree>
    <p:extLst>
      <p:ext uri="{BB962C8B-B14F-4D97-AF65-F5344CB8AC3E}">
        <p14:creationId xmlns:p14="http://schemas.microsoft.com/office/powerpoint/2010/main" val="2021651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olorful logo on a black background&#10;&#10;AI-generated content may be incorrect.">
            <a:extLst>
              <a:ext uri="{FF2B5EF4-FFF2-40B4-BE49-F238E27FC236}">
                <a16:creationId xmlns:a16="http://schemas.microsoft.com/office/drawing/2014/main" id="{330EE0C7-EDA4-1CCB-FDAE-3EA833FB5A25}"/>
              </a:ext>
            </a:extLst>
          </p:cNvPr>
          <p:cNvPicPr>
            <a:picLocks noChangeAspect="1"/>
          </p:cNvPicPr>
          <p:nvPr/>
        </p:nvPicPr>
        <p:blipFill>
          <a:blip r:embed="rId2">
            <a:extLst>
              <a:ext uri="{28A0092B-C50C-407E-A947-70E740481C1C}">
                <a14:useLocalDpi xmlns:a14="http://schemas.microsoft.com/office/drawing/2010/main" val="0"/>
              </a:ext>
            </a:extLst>
          </a:blip>
          <a:srcRect l="-1363" t="-1565" r="1363" b="15850"/>
          <a:stretch/>
        </p:blipFill>
        <p:spPr>
          <a:xfrm rot="20199478">
            <a:off x="7801438" y="2922318"/>
            <a:ext cx="5836920" cy="5003103"/>
          </a:xfrm>
          <a:prstGeom prst="rect">
            <a:avLst/>
          </a:prstGeom>
        </p:spPr>
      </p:pic>
      <p:pic>
        <p:nvPicPr>
          <p:cNvPr id="3" name="Picture 2" descr="A red ball with a white play button&#10;&#10;AI-generated content may be incorrect.">
            <a:extLst>
              <a:ext uri="{FF2B5EF4-FFF2-40B4-BE49-F238E27FC236}">
                <a16:creationId xmlns:a16="http://schemas.microsoft.com/office/drawing/2014/main" id="{97C6E089-B89A-65FE-E8C3-936B8736C97A}"/>
              </a:ext>
            </a:extLst>
          </p:cNvPr>
          <p:cNvPicPr>
            <a:picLocks noChangeAspect="1"/>
          </p:cNvPicPr>
          <p:nvPr/>
        </p:nvPicPr>
        <p:blipFill>
          <a:blip r:embed="rId3">
            <a:extLst>
              <a:ext uri="{28A0092B-C50C-407E-A947-70E740481C1C}">
                <a14:useLocalDpi xmlns:a14="http://schemas.microsoft.com/office/drawing/2010/main" val="0"/>
              </a:ext>
            </a:extLst>
          </a:blip>
          <a:srcRect l="12432"/>
          <a:stretch/>
        </p:blipFill>
        <p:spPr>
          <a:xfrm rot="20295806">
            <a:off x="13927235" y="4853980"/>
            <a:ext cx="5945961" cy="6799851"/>
          </a:xfrm>
          <a:prstGeom prst="rect">
            <a:avLst/>
          </a:prstGeom>
        </p:spPr>
      </p:pic>
      <p:pic>
        <p:nvPicPr>
          <p:cNvPr id="6" name="Picture 5">
            <a:extLst>
              <a:ext uri="{FF2B5EF4-FFF2-40B4-BE49-F238E27FC236}">
                <a16:creationId xmlns:a16="http://schemas.microsoft.com/office/drawing/2014/main" id="{14004B12-6C87-13D5-91AD-5D9594D26CE6}"/>
              </a:ext>
            </a:extLst>
          </p:cNvPr>
          <p:cNvPicPr>
            <a:picLocks noChangeAspect="1"/>
          </p:cNvPicPr>
          <p:nvPr/>
        </p:nvPicPr>
        <p:blipFill>
          <a:blip r:embed="rId4"/>
          <a:stretch>
            <a:fillRect/>
          </a:stretch>
        </p:blipFill>
        <p:spPr>
          <a:xfrm>
            <a:off x="518862" y="603623"/>
            <a:ext cx="5738349" cy="3458830"/>
          </a:xfrm>
          <a:prstGeom prst="rect">
            <a:avLst/>
          </a:prstGeom>
        </p:spPr>
      </p:pic>
      <p:pic>
        <p:nvPicPr>
          <p:cNvPr id="9" name="Picture 8">
            <a:extLst>
              <a:ext uri="{FF2B5EF4-FFF2-40B4-BE49-F238E27FC236}">
                <a16:creationId xmlns:a16="http://schemas.microsoft.com/office/drawing/2014/main" id="{2C8F07C7-1DE5-2117-87BD-FCE6D2D0ADB7}"/>
              </a:ext>
            </a:extLst>
          </p:cNvPr>
          <p:cNvPicPr>
            <a:picLocks noChangeAspect="1"/>
          </p:cNvPicPr>
          <p:nvPr/>
        </p:nvPicPr>
        <p:blipFill>
          <a:blip r:embed="rId5"/>
          <a:stretch>
            <a:fillRect/>
          </a:stretch>
        </p:blipFill>
        <p:spPr>
          <a:xfrm>
            <a:off x="518862" y="4489450"/>
            <a:ext cx="3702067" cy="1136277"/>
          </a:xfrm>
          <a:prstGeom prst="rect">
            <a:avLst/>
          </a:prstGeom>
        </p:spPr>
      </p:pic>
      <p:pic>
        <p:nvPicPr>
          <p:cNvPr id="12" name="Picture 11">
            <a:extLst>
              <a:ext uri="{FF2B5EF4-FFF2-40B4-BE49-F238E27FC236}">
                <a16:creationId xmlns:a16="http://schemas.microsoft.com/office/drawing/2014/main" id="{B7710732-DA07-2D29-A2E6-6610B9D9F14C}"/>
              </a:ext>
            </a:extLst>
          </p:cNvPr>
          <p:cNvPicPr>
            <a:picLocks noChangeAspect="1"/>
          </p:cNvPicPr>
          <p:nvPr/>
        </p:nvPicPr>
        <p:blipFill>
          <a:blip r:embed="rId6"/>
          <a:stretch>
            <a:fillRect/>
          </a:stretch>
        </p:blipFill>
        <p:spPr>
          <a:xfrm>
            <a:off x="6964546" y="603623"/>
            <a:ext cx="3043098" cy="3098427"/>
          </a:xfrm>
          <a:prstGeom prst="rect">
            <a:avLst/>
          </a:prstGeom>
        </p:spPr>
      </p:pic>
    </p:spTree>
    <p:extLst>
      <p:ext uri="{BB962C8B-B14F-4D97-AF65-F5344CB8AC3E}">
        <p14:creationId xmlns:p14="http://schemas.microsoft.com/office/powerpoint/2010/main" val="38881667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olorful logo on a black background&#10;&#10;AI-generated content may be incorrect.">
            <a:extLst>
              <a:ext uri="{FF2B5EF4-FFF2-40B4-BE49-F238E27FC236}">
                <a16:creationId xmlns:a16="http://schemas.microsoft.com/office/drawing/2014/main" id="{330EE0C7-EDA4-1CCB-FDAE-3EA833FB5A25}"/>
              </a:ext>
            </a:extLst>
          </p:cNvPr>
          <p:cNvPicPr>
            <a:picLocks noChangeAspect="1"/>
          </p:cNvPicPr>
          <p:nvPr/>
        </p:nvPicPr>
        <p:blipFill>
          <a:blip r:embed="rId2">
            <a:extLst>
              <a:ext uri="{28A0092B-C50C-407E-A947-70E740481C1C}">
                <a14:useLocalDpi xmlns:a14="http://schemas.microsoft.com/office/drawing/2010/main" val="0"/>
              </a:ext>
            </a:extLst>
          </a:blip>
          <a:srcRect l="-1363" t="-1565" r="1363" b="15850"/>
          <a:stretch/>
        </p:blipFill>
        <p:spPr>
          <a:xfrm rot="14589665">
            <a:off x="8045429" y="3073246"/>
            <a:ext cx="5246658" cy="4497161"/>
          </a:xfrm>
          <a:prstGeom prst="rect">
            <a:avLst/>
          </a:prstGeom>
        </p:spPr>
      </p:pic>
      <p:pic>
        <p:nvPicPr>
          <p:cNvPr id="3" name="Picture 2" descr="A red ball with a white play button&#10;&#10;AI-generated content may be incorrect.">
            <a:extLst>
              <a:ext uri="{FF2B5EF4-FFF2-40B4-BE49-F238E27FC236}">
                <a16:creationId xmlns:a16="http://schemas.microsoft.com/office/drawing/2014/main" id="{97C6E089-B89A-65FE-E8C3-936B8736C97A}"/>
              </a:ext>
            </a:extLst>
          </p:cNvPr>
          <p:cNvPicPr>
            <a:picLocks noChangeAspect="1"/>
          </p:cNvPicPr>
          <p:nvPr/>
        </p:nvPicPr>
        <p:blipFill>
          <a:blip r:embed="rId3">
            <a:extLst>
              <a:ext uri="{28A0092B-C50C-407E-A947-70E740481C1C}">
                <a14:useLocalDpi xmlns:a14="http://schemas.microsoft.com/office/drawing/2010/main" val="0"/>
              </a:ext>
            </a:extLst>
          </a:blip>
          <a:srcRect l="12432"/>
          <a:stretch/>
        </p:blipFill>
        <p:spPr>
          <a:xfrm rot="20295806">
            <a:off x="9420404" y="-1218638"/>
            <a:ext cx="5945961" cy="6799851"/>
          </a:xfrm>
          <a:prstGeom prst="rect">
            <a:avLst/>
          </a:prstGeom>
        </p:spPr>
      </p:pic>
      <p:sp>
        <p:nvSpPr>
          <p:cNvPr id="5" name="TextBox 4">
            <a:extLst>
              <a:ext uri="{FF2B5EF4-FFF2-40B4-BE49-F238E27FC236}">
                <a16:creationId xmlns:a16="http://schemas.microsoft.com/office/drawing/2014/main" id="{8BE51EAD-AFD4-45F7-65F2-1E57407F3F71}"/>
              </a:ext>
            </a:extLst>
          </p:cNvPr>
          <p:cNvSpPr txBox="1"/>
          <p:nvPr/>
        </p:nvSpPr>
        <p:spPr>
          <a:xfrm>
            <a:off x="3353154" y="2967335"/>
            <a:ext cx="5485692" cy="923330"/>
          </a:xfrm>
          <a:prstGeom prst="rect">
            <a:avLst/>
          </a:prstGeom>
          <a:noFill/>
        </p:spPr>
        <p:txBody>
          <a:bodyPr wrap="square">
            <a:spAutoFit/>
          </a:bodyPr>
          <a:lstStyle/>
          <a:p>
            <a:r>
              <a:rPr lang="en-US" sz="5400" dirty="0">
                <a:latin typeface="Andalus" panose="02020603050405020304" pitchFamily="18" charset="-78"/>
                <a:cs typeface="Andalus" panose="02020603050405020304" pitchFamily="18" charset="-78"/>
              </a:rPr>
              <a:t>Mess with the data</a:t>
            </a:r>
          </a:p>
        </p:txBody>
      </p:sp>
    </p:spTree>
    <p:extLst>
      <p:ext uri="{BB962C8B-B14F-4D97-AF65-F5344CB8AC3E}">
        <p14:creationId xmlns:p14="http://schemas.microsoft.com/office/powerpoint/2010/main" val="10646505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olorful logo on a black background&#10;&#10;AI-generated content may be incorrect.">
            <a:extLst>
              <a:ext uri="{FF2B5EF4-FFF2-40B4-BE49-F238E27FC236}">
                <a16:creationId xmlns:a16="http://schemas.microsoft.com/office/drawing/2014/main" id="{330EE0C7-EDA4-1CCB-FDAE-3EA833FB5A25}"/>
              </a:ext>
            </a:extLst>
          </p:cNvPr>
          <p:cNvPicPr>
            <a:picLocks noChangeAspect="1"/>
          </p:cNvPicPr>
          <p:nvPr/>
        </p:nvPicPr>
        <p:blipFill>
          <a:blip r:embed="rId2">
            <a:extLst>
              <a:ext uri="{28A0092B-C50C-407E-A947-70E740481C1C}">
                <a14:useLocalDpi xmlns:a14="http://schemas.microsoft.com/office/drawing/2010/main" val="0"/>
              </a:ext>
            </a:extLst>
          </a:blip>
          <a:srcRect l="-1363" t="-1565" r="1363" b="15850"/>
          <a:stretch/>
        </p:blipFill>
        <p:spPr>
          <a:xfrm rot="21356436">
            <a:off x="11036830" y="4769925"/>
            <a:ext cx="5246658" cy="4497161"/>
          </a:xfrm>
          <a:prstGeom prst="rect">
            <a:avLst/>
          </a:prstGeom>
        </p:spPr>
      </p:pic>
      <p:pic>
        <p:nvPicPr>
          <p:cNvPr id="5" name="Picture 4">
            <a:extLst>
              <a:ext uri="{FF2B5EF4-FFF2-40B4-BE49-F238E27FC236}">
                <a16:creationId xmlns:a16="http://schemas.microsoft.com/office/drawing/2014/main" id="{10834094-A004-7644-21AE-C8A492209032}"/>
              </a:ext>
            </a:extLst>
          </p:cNvPr>
          <p:cNvPicPr>
            <a:picLocks noChangeAspect="1"/>
          </p:cNvPicPr>
          <p:nvPr/>
        </p:nvPicPr>
        <p:blipFill>
          <a:blip r:embed="rId3"/>
          <a:stretch>
            <a:fillRect/>
          </a:stretch>
        </p:blipFill>
        <p:spPr>
          <a:xfrm>
            <a:off x="2063084" y="1075720"/>
            <a:ext cx="4735384" cy="5007446"/>
          </a:xfrm>
          <a:prstGeom prst="rect">
            <a:avLst/>
          </a:prstGeom>
        </p:spPr>
      </p:pic>
      <p:pic>
        <p:nvPicPr>
          <p:cNvPr id="3" name="Picture 2" descr="A red ball with a white play button&#10;&#10;AI-generated content may be incorrect.">
            <a:extLst>
              <a:ext uri="{FF2B5EF4-FFF2-40B4-BE49-F238E27FC236}">
                <a16:creationId xmlns:a16="http://schemas.microsoft.com/office/drawing/2014/main" id="{97C6E089-B89A-65FE-E8C3-936B8736C97A}"/>
              </a:ext>
            </a:extLst>
          </p:cNvPr>
          <p:cNvPicPr>
            <a:picLocks noChangeAspect="1"/>
          </p:cNvPicPr>
          <p:nvPr/>
        </p:nvPicPr>
        <p:blipFill>
          <a:blip r:embed="rId4">
            <a:extLst>
              <a:ext uri="{28A0092B-C50C-407E-A947-70E740481C1C}">
                <a14:useLocalDpi xmlns:a14="http://schemas.microsoft.com/office/drawing/2010/main" val="0"/>
              </a:ext>
            </a:extLst>
          </a:blip>
          <a:srcRect l="12432"/>
          <a:stretch/>
        </p:blipFill>
        <p:spPr>
          <a:xfrm rot="1832444">
            <a:off x="-2231139" y="-3074821"/>
            <a:ext cx="5945961" cy="6799851"/>
          </a:xfrm>
          <a:prstGeom prst="rect">
            <a:avLst/>
          </a:prstGeom>
        </p:spPr>
      </p:pic>
      <p:pic>
        <p:nvPicPr>
          <p:cNvPr id="8" name="Picture 7">
            <a:extLst>
              <a:ext uri="{FF2B5EF4-FFF2-40B4-BE49-F238E27FC236}">
                <a16:creationId xmlns:a16="http://schemas.microsoft.com/office/drawing/2014/main" id="{6AC85E31-0E72-3C8E-245A-E5FA47A5F6E7}"/>
              </a:ext>
            </a:extLst>
          </p:cNvPr>
          <p:cNvPicPr>
            <a:picLocks noChangeAspect="1"/>
          </p:cNvPicPr>
          <p:nvPr/>
        </p:nvPicPr>
        <p:blipFill>
          <a:blip r:embed="rId5"/>
          <a:stretch>
            <a:fillRect/>
          </a:stretch>
        </p:blipFill>
        <p:spPr>
          <a:xfrm>
            <a:off x="6928465" y="959330"/>
            <a:ext cx="4770285" cy="4939339"/>
          </a:xfrm>
          <a:prstGeom prst="rect">
            <a:avLst/>
          </a:prstGeom>
        </p:spPr>
      </p:pic>
    </p:spTree>
    <p:extLst>
      <p:ext uri="{BB962C8B-B14F-4D97-AF65-F5344CB8AC3E}">
        <p14:creationId xmlns:p14="http://schemas.microsoft.com/office/powerpoint/2010/main" val="1068677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olorful logo on a black background&#10;&#10;AI-generated content may be incorrect.">
            <a:extLst>
              <a:ext uri="{FF2B5EF4-FFF2-40B4-BE49-F238E27FC236}">
                <a16:creationId xmlns:a16="http://schemas.microsoft.com/office/drawing/2014/main" id="{330EE0C7-EDA4-1CCB-FDAE-3EA833FB5A25}"/>
              </a:ext>
            </a:extLst>
          </p:cNvPr>
          <p:cNvPicPr>
            <a:picLocks noChangeAspect="1"/>
          </p:cNvPicPr>
          <p:nvPr/>
        </p:nvPicPr>
        <p:blipFill>
          <a:blip r:embed="rId2">
            <a:extLst>
              <a:ext uri="{28A0092B-C50C-407E-A947-70E740481C1C}">
                <a14:useLocalDpi xmlns:a14="http://schemas.microsoft.com/office/drawing/2010/main" val="0"/>
              </a:ext>
            </a:extLst>
          </a:blip>
          <a:srcRect l="-1363" t="-1565" r="1363" b="15850"/>
          <a:stretch/>
        </p:blipFill>
        <p:spPr>
          <a:xfrm rot="14589665">
            <a:off x="8279891" y="3806982"/>
            <a:ext cx="5246658" cy="4497161"/>
          </a:xfrm>
          <a:prstGeom prst="rect">
            <a:avLst/>
          </a:prstGeom>
        </p:spPr>
      </p:pic>
      <p:pic>
        <p:nvPicPr>
          <p:cNvPr id="3" name="Picture 2" descr="A red ball with a white play button&#10;&#10;AI-generated content may be incorrect.">
            <a:extLst>
              <a:ext uri="{FF2B5EF4-FFF2-40B4-BE49-F238E27FC236}">
                <a16:creationId xmlns:a16="http://schemas.microsoft.com/office/drawing/2014/main" id="{97C6E089-B89A-65FE-E8C3-936B8736C97A}"/>
              </a:ext>
            </a:extLst>
          </p:cNvPr>
          <p:cNvPicPr>
            <a:picLocks noChangeAspect="1"/>
          </p:cNvPicPr>
          <p:nvPr/>
        </p:nvPicPr>
        <p:blipFill>
          <a:blip r:embed="rId3">
            <a:extLst>
              <a:ext uri="{28A0092B-C50C-407E-A947-70E740481C1C}">
                <a14:useLocalDpi xmlns:a14="http://schemas.microsoft.com/office/drawing/2010/main" val="0"/>
              </a:ext>
            </a:extLst>
          </a:blip>
          <a:srcRect l="12432"/>
          <a:stretch/>
        </p:blipFill>
        <p:spPr>
          <a:xfrm rot="20295806">
            <a:off x="-1529576" y="-2659241"/>
            <a:ext cx="5945961" cy="6799851"/>
          </a:xfrm>
          <a:prstGeom prst="rect">
            <a:avLst/>
          </a:prstGeom>
        </p:spPr>
      </p:pic>
      <p:pic>
        <p:nvPicPr>
          <p:cNvPr id="8" name="Picture 7">
            <a:extLst>
              <a:ext uri="{FF2B5EF4-FFF2-40B4-BE49-F238E27FC236}">
                <a16:creationId xmlns:a16="http://schemas.microsoft.com/office/drawing/2014/main" id="{FDC01ED3-E328-3411-B1B7-EB751F14DD79}"/>
              </a:ext>
            </a:extLst>
          </p:cNvPr>
          <p:cNvPicPr>
            <a:picLocks noChangeAspect="1"/>
          </p:cNvPicPr>
          <p:nvPr/>
        </p:nvPicPr>
        <p:blipFill>
          <a:blip r:embed="rId4"/>
          <a:stretch>
            <a:fillRect/>
          </a:stretch>
        </p:blipFill>
        <p:spPr>
          <a:xfrm>
            <a:off x="3986775" y="667431"/>
            <a:ext cx="5053551" cy="3667765"/>
          </a:xfrm>
          <a:prstGeom prst="rect">
            <a:avLst/>
          </a:prstGeom>
        </p:spPr>
      </p:pic>
      <p:sp>
        <p:nvSpPr>
          <p:cNvPr id="11" name="TextBox 10">
            <a:extLst>
              <a:ext uri="{FF2B5EF4-FFF2-40B4-BE49-F238E27FC236}">
                <a16:creationId xmlns:a16="http://schemas.microsoft.com/office/drawing/2014/main" id="{C08688D7-482F-8630-B307-1921E82201CE}"/>
              </a:ext>
            </a:extLst>
          </p:cNvPr>
          <p:cNvSpPr txBox="1"/>
          <p:nvPr/>
        </p:nvSpPr>
        <p:spPr>
          <a:xfrm>
            <a:off x="3986775" y="4667968"/>
            <a:ext cx="5426242" cy="923330"/>
          </a:xfrm>
          <a:prstGeom prst="rect">
            <a:avLst/>
          </a:prstGeom>
          <a:noFill/>
        </p:spPr>
        <p:txBody>
          <a:bodyPr wrap="square">
            <a:spAutoFit/>
          </a:bodyPr>
          <a:lstStyle/>
          <a:p>
            <a:pPr marL="285750" indent="-285750">
              <a:buFont typeface="Arial" panose="020B0604020202020204" pitchFamily="34" charset="0"/>
              <a:buChar char="•"/>
            </a:pPr>
            <a:r>
              <a:rPr lang="en-US" dirty="0">
                <a:latin typeface="Andalus" panose="02020603050405020304" pitchFamily="18" charset="-78"/>
                <a:cs typeface="Andalus" panose="02020603050405020304" pitchFamily="18" charset="-78"/>
              </a:rPr>
              <a:t>For nulls in campaign duration days</a:t>
            </a:r>
            <a:r>
              <a:rPr lang="ar-JO" dirty="0">
                <a:latin typeface="Andalus" panose="02020603050405020304" pitchFamily="18" charset="-78"/>
                <a:cs typeface="Andalus" panose="02020603050405020304" pitchFamily="18" charset="-78"/>
              </a:rPr>
              <a:t> </a:t>
            </a:r>
            <a:r>
              <a:rPr lang="en-US" dirty="0">
                <a:latin typeface="Andalus" panose="02020603050405020304" pitchFamily="18" charset="-78"/>
                <a:cs typeface="Andalus" panose="02020603050405020304" pitchFamily="18" charset="-78"/>
              </a:rPr>
              <a:t>We can compute campaign duration using </a:t>
            </a:r>
            <a:r>
              <a:rPr lang="en-US" dirty="0" err="1">
                <a:latin typeface="Andalus" panose="02020603050405020304" pitchFamily="18" charset="-78"/>
                <a:cs typeface="Andalus" panose="02020603050405020304" pitchFamily="18" charset="-78"/>
              </a:rPr>
              <a:t>end_date</a:t>
            </a:r>
            <a:r>
              <a:rPr lang="en-US" dirty="0">
                <a:latin typeface="Andalus" panose="02020603050405020304" pitchFamily="18" charset="-78"/>
                <a:cs typeface="Andalus" panose="02020603050405020304" pitchFamily="18" charset="-78"/>
              </a:rPr>
              <a:t> and </a:t>
            </a:r>
            <a:r>
              <a:rPr lang="en-US" dirty="0" err="1">
                <a:latin typeface="Andalus" panose="02020603050405020304" pitchFamily="18" charset="-78"/>
                <a:cs typeface="Andalus" panose="02020603050405020304" pitchFamily="18" charset="-78"/>
              </a:rPr>
              <a:t>start_date</a:t>
            </a:r>
            <a:r>
              <a:rPr lang="en-US" dirty="0">
                <a:latin typeface="Andalus" panose="02020603050405020304" pitchFamily="18" charset="-78"/>
                <a:cs typeface="Andalus" panose="02020603050405020304" pitchFamily="18" charset="-78"/>
              </a:rPr>
              <a:t> to fill missing </a:t>
            </a:r>
            <a:r>
              <a:rPr lang="en-US" dirty="0" err="1">
                <a:latin typeface="Andalus" panose="02020603050405020304" pitchFamily="18" charset="-78"/>
                <a:cs typeface="Andalus" panose="02020603050405020304" pitchFamily="18" charset="-78"/>
              </a:rPr>
              <a:t>campaign_duration_days</a:t>
            </a:r>
            <a:endParaRPr lang="en-US" dirty="0">
              <a:latin typeface="Andalus" panose="02020603050405020304" pitchFamily="18" charset="-78"/>
              <a:cs typeface="Andalus" panose="02020603050405020304" pitchFamily="18" charset="-78"/>
            </a:endParaRPr>
          </a:p>
        </p:txBody>
      </p:sp>
      <p:sp>
        <p:nvSpPr>
          <p:cNvPr id="13" name="TextBox 12">
            <a:extLst>
              <a:ext uri="{FF2B5EF4-FFF2-40B4-BE49-F238E27FC236}">
                <a16:creationId xmlns:a16="http://schemas.microsoft.com/office/drawing/2014/main" id="{72ADF6F5-FBFC-D6E4-2BBD-F3DE6DC45DD0}"/>
              </a:ext>
            </a:extLst>
          </p:cNvPr>
          <p:cNvSpPr txBox="1"/>
          <p:nvPr/>
        </p:nvSpPr>
        <p:spPr>
          <a:xfrm>
            <a:off x="3986775" y="5998055"/>
            <a:ext cx="8340290" cy="369332"/>
          </a:xfrm>
          <a:prstGeom prst="rect">
            <a:avLst/>
          </a:prstGeom>
          <a:noFill/>
        </p:spPr>
        <p:txBody>
          <a:bodyPr wrap="square">
            <a:spAutoFit/>
          </a:bodyPr>
          <a:lstStyle/>
          <a:p>
            <a:pPr marL="285750" indent="-285750">
              <a:buFont typeface="Arial" panose="020B0604020202020204" pitchFamily="34" charset="0"/>
              <a:buChar char="•"/>
            </a:pPr>
            <a:r>
              <a:rPr lang="en-US" sz="1800" b="0" i="0" dirty="0">
                <a:solidFill>
                  <a:schemeClr val="tx1"/>
                </a:solidFill>
                <a:effectLst/>
                <a:latin typeface="Andalus" panose="02020603050405020304" pitchFamily="18" charset="-78"/>
                <a:cs typeface="Andalus" panose="02020603050405020304" pitchFamily="18" charset="-78"/>
              </a:rPr>
              <a:t>And for engagement, we take the absolute value</a:t>
            </a:r>
            <a:endParaRPr lang="en-US" dirty="0">
              <a:latin typeface="Andalus" panose="02020603050405020304" pitchFamily="18" charset="-78"/>
              <a:cs typeface="Andalus" panose="02020603050405020304" pitchFamily="18" charset="-78"/>
            </a:endParaRPr>
          </a:p>
        </p:txBody>
      </p:sp>
    </p:spTree>
    <p:extLst>
      <p:ext uri="{BB962C8B-B14F-4D97-AF65-F5344CB8AC3E}">
        <p14:creationId xmlns:p14="http://schemas.microsoft.com/office/powerpoint/2010/main" val="11776393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olorful logo on a black background&#10;&#10;AI-generated content may be incorrect.">
            <a:extLst>
              <a:ext uri="{FF2B5EF4-FFF2-40B4-BE49-F238E27FC236}">
                <a16:creationId xmlns:a16="http://schemas.microsoft.com/office/drawing/2014/main" id="{330EE0C7-EDA4-1CCB-FDAE-3EA833FB5A25}"/>
              </a:ext>
            </a:extLst>
          </p:cNvPr>
          <p:cNvPicPr>
            <a:picLocks noChangeAspect="1"/>
          </p:cNvPicPr>
          <p:nvPr/>
        </p:nvPicPr>
        <p:blipFill>
          <a:blip r:embed="rId2">
            <a:extLst>
              <a:ext uri="{28A0092B-C50C-407E-A947-70E740481C1C}">
                <a14:useLocalDpi xmlns:a14="http://schemas.microsoft.com/office/drawing/2010/main" val="0"/>
              </a:ext>
            </a:extLst>
          </a:blip>
          <a:srcRect l="-1363" t="-1565" r="1363" b="15850"/>
          <a:stretch/>
        </p:blipFill>
        <p:spPr>
          <a:xfrm rot="14589665">
            <a:off x="8279891" y="3806982"/>
            <a:ext cx="5246658" cy="4497161"/>
          </a:xfrm>
          <a:prstGeom prst="rect">
            <a:avLst/>
          </a:prstGeom>
        </p:spPr>
      </p:pic>
      <p:pic>
        <p:nvPicPr>
          <p:cNvPr id="3" name="Picture 2" descr="A red ball with a white play button&#10;&#10;AI-generated content may be incorrect.">
            <a:extLst>
              <a:ext uri="{FF2B5EF4-FFF2-40B4-BE49-F238E27FC236}">
                <a16:creationId xmlns:a16="http://schemas.microsoft.com/office/drawing/2014/main" id="{97C6E089-B89A-65FE-E8C3-936B8736C97A}"/>
              </a:ext>
            </a:extLst>
          </p:cNvPr>
          <p:cNvPicPr>
            <a:picLocks noChangeAspect="1"/>
          </p:cNvPicPr>
          <p:nvPr/>
        </p:nvPicPr>
        <p:blipFill>
          <a:blip r:embed="rId3">
            <a:extLst>
              <a:ext uri="{28A0092B-C50C-407E-A947-70E740481C1C}">
                <a14:useLocalDpi xmlns:a14="http://schemas.microsoft.com/office/drawing/2010/main" val="0"/>
              </a:ext>
            </a:extLst>
          </a:blip>
          <a:srcRect l="12432"/>
          <a:stretch/>
        </p:blipFill>
        <p:spPr>
          <a:xfrm rot="20295806">
            <a:off x="-1529576" y="-2659241"/>
            <a:ext cx="5945961" cy="6799851"/>
          </a:xfrm>
          <a:prstGeom prst="rect">
            <a:avLst/>
          </a:prstGeom>
        </p:spPr>
      </p:pic>
      <p:sp>
        <p:nvSpPr>
          <p:cNvPr id="5" name="TextBox 4">
            <a:extLst>
              <a:ext uri="{FF2B5EF4-FFF2-40B4-BE49-F238E27FC236}">
                <a16:creationId xmlns:a16="http://schemas.microsoft.com/office/drawing/2014/main" id="{FE151BD2-BA10-DF1F-D1EF-1B1E5B0659D9}"/>
              </a:ext>
            </a:extLst>
          </p:cNvPr>
          <p:cNvSpPr txBox="1"/>
          <p:nvPr/>
        </p:nvSpPr>
        <p:spPr>
          <a:xfrm>
            <a:off x="5322947" y="2967335"/>
            <a:ext cx="1546105" cy="923330"/>
          </a:xfrm>
          <a:prstGeom prst="rect">
            <a:avLst/>
          </a:prstGeom>
          <a:noFill/>
        </p:spPr>
        <p:txBody>
          <a:bodyPr wrap="square">
            <a:spAutoFit/>
          </a:bodyPr>
          <a:lstStyle/>
          <a:p>
            <a:r>
              <a:rPr lang="en-US" sz="5400" dirty="0">
                <a:latin typeface="Andalus" panose="02020603050405020304" pitchFamily="18" charset="-78"/>
                <a:cs typeface="Andalus" panose="02020603050405020304" pitchFamily="18" charset="-78"/>
              </a:rPr>
              <a:t>EDA</a:t>
            </a:r>
          </a:p>
        </p:txBody>
      </p:sp>
    </p:spTree>
    <p:extLst>
      <p:ext uri="{BB962C8B-B14F-4D97-AF65-F5344CB8AC3E}">
        <p14:creationId xmlns:p14="http://schemas.microsoft.com/office/powerpoint/2010/main" val="26631359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82EA1D2-DB15-858B-9535-303EF1C031A1}"/>
              </a:ext>
            </a:extLst>
          </p:cNvPr>
          <p:cNvPicPr>
            <a:picLocks noChangeAspect="1"/>
          </p:cNvPicPr>
          <p:nvPr/>
        </p:nvPicPr>
        <p:blipFill>
          <a:blip r:embed="rId2"/>
          <a:stretch>
            <a:fillRect/>
          </a:stretch>
        </p:blipFill>
        <p:spPr>
          <a:xfrm>
            <a:off x="2461177" y="822708"/>
            <a:ext cx="8283263" cy="4922474"/>
          </a:xfrm>
          <a:prstGeom prst="rect">
            <a:avLst/>
          </a:prstGeom>
        </p:spPr>
      </p:pic>
      <p:pic>
        <p:nvPicPr>
          <p:cNvPr id="7" name="Picture 6" descr="A colorful logo on a black background&#10;&#10;AI-generated content may be incorrect.">
            <a:extLst>
              <a:ext uri="{FF2B5EF4-FFF2-40B4-BE49-F238E27FC236}">
                <a16:creationId xmlns:a16="http://schemas.microsoft.com/office/drawing/2014/main" id="{330EE0C7-EDA4-1CCB-FDAE-3EA833FB5A25}"/>
              </a:ext>
            </a:extLst>
          </p:cNvPr>
          <p:cNvPicPr>
            <a:picLocks noChangeAspect="1"/>
          </p:cNvPicPr>
          <p:nvPr/>
        </p:nvPicPr>
        <p:blipFill>
          <a:blip r:embed="rId3">
            <a:extLst>
              <a:ext uri="{28A0092B-C50C-407E-A947-70E740481C1C}">
                <a14:useLocalDpi xmlns:a14="http://schemas.microsoft.com/office/drawing/2010/main" val="0"/>
              </a:ext>
            </a:extLst>
          </a:blip>
          <a:srcRect l="-1363" t="-1565" r="1363" b="15850"/>
          <a:stretch/>
        </p:blipFill>
        <p:spPr>
          <a:xfrm rot="19018012">
            <a:off x="8761153" y="3980237"/>
            <a:ext cx="5246658" cy="4497161"/>
          </a:xfrm>
          <a:prstGeom prst="rect">
            <a:avLst/>
          </a:prstGeom>
        </p:spPr>
      </p:pic>
      <p:pic>
        <p:nvPicPr>
          <p:cNvPr id="3" name="Picture 2" descr="A red ball with a white play button&#10;&#10;AI-generated content may be incorrect.">
            <a:extLst>
              <a:ext uri="{FF2B5EF4-FFF2-40B4-BE49-F238E27FC236}">
                <a16:creationId xmlns:a16="http://schemas.microsoft.com/office/drawing/2014/main" id="{97C6E089-B89A-65FE-E8C3-936B8736C97A}"/>
              </a:ext>
            </a:extLst>
          </p:cNvPr>
          <p:cNvPicPr>
            <a:picLocks noChangeAspect="1"/>
          </p:cNvPicPr>
          <p:nvPr/>
        </p:nvPicPr>
        <p:blipFill>
          <a:blip r:embed="rId4">
            <a:extLst>
              <a:ext uri="{28A0092B-C50C-407E-A947-70E740481C1C}">
                <a14:useLocalDpi xmlns:a14="http://schemas.microsoft.com/office/drawing/2010/main" val="0"/>
              </a:ext>
            </a:extLst>
          </a:blip>
          <a:srcRect l="12432"/>
          <a:stretch/>
        </p:blipFill>
        <p:spPr>
          <a:xfrm rot="1819029">
            <a:off x="-2040217" y="-3006449"/>
            <a:ext cx="5945961" cy="6799851"/>
          </a:xfrm>
          <a:prstGeom prst="rect">
            <a:avLst/>
          </a:prstGeom>
        </p:spPr>
      </p:pic>
    </p:spTree>
    <p:extLst>
      <p:ext uri="{BB962C8B-B14F-4D97-AF65-F5344CB8AC3E}">
        <p14:creationId xmlns:p14="http://schemas.microsoft.com/office/powerpoint/2010/main" val="27242721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olorful logo on a black background&#10;&#10;AI-generated content may be incorrect.">
            <a:extLst>
              <a:ext uri="{FF2B5EF4-FFF2-40B4-BE49-F238E27FC236}">
                <a16:creationId xmlns:a16="http://schemas.microsoft.com/office/drawing/2014/main" id="{330EE0C7-EDA4-1CCB-FDAE-3EA833FB5A25}"/>
              </a:ext>
            </a:extLst>
          </p:cNvPr>
          <p:cNvPicPr>
            <a:picLocks noChangeAspect="1"/>
          </p:cNvPicPr>
          <p:nvPr/>
        </p:nvPicPr>
        <p:blipFill>
          <a:blip r:embed="rId2">
            <a:extLst>
              <a:ext uri="{28A0092B-C50C-407E-A947-70E740481C1C}">
                <a14:useLocalDpi xmlns:a14="http://schemas.microsoft.com/office/drawing/2010/main" val="0"/>
              </a:ext>
            </a:extLst>
          </a:blip>
          <a:srcRect l="-1363" t="-1565" r="1363" b="15850"/>
          <a:stretch/>
        </p:blipFill>
        <p:spPr>
          <a:xfrm rot="14589665">
            <a:off x="11891761" y="3530095"/>
            <a:ext cx="5246658" cy="4497161"/>
          </a:xfrm>
          <a:prstGeom prst="rect">
            <a:avLst/>
          </a:prstGeom>
        </p:spPr>
      </p:pic>
      <p:pic>
        <p:nvPicPr>
          <p:cNvPr id="3" name="Picture 2" descr="A red ball with a white play button&#10;&#10;AI-generated content may be incorrect.">
            <a:extLst>
              <a:ext uri="{FF2B5EF4-FFF2-40B4-BE49-F238E27FC236}">
                <a16:creationId xmlns:a16="http://schemas.microsoft.com/office/drawing/2014/main" id="{97C6E089-B89A-65FE-E8C3-936B8736C97A}"/>
              </a:ext>
            </a:extLst>
          </p:cNvPr>
          <p:cNvPicPr>
            <a:picLocks noChangeAspect="1"/>
          </p:cNvPicPr>
          <p:nvPr/>
        </p:nvPicPr>
        <p:blipFill>
          <a:blip r:embed="rId3">
            <a:extLst>
              <a:ext uri="{28A0092B-C50C-407E-A947-70E740481C1C}">
                <a14:useLocalDpi xmlns:a14="http://schemas.microsoft.com/office/drawing/2010/main" val="0"/>
              </a:ext>
            </a:extLst>
          </a:blip>
          <a:srcRect l="12432"/>
          <a:stretch/>
        </p:blipFill>
        <p:spPr>
          <a:xfrm rot="20295806">
            <a:off x="12372075" y="-2681677"/>
            <a:ext cx="5945961" cy="6799851"/>
          </a:xfrm>
          <a:prstGeom prst="rect">
            <a:avLst/>
          </a:prstGeom>
        </p:spPr>
      </p:pic>
      <p:pic>
        <p:nvPicPr>
          <p:cNvPr id="5" name="Picture 4">
            <a:extLst>
              <a:ext uri="{FF2B5EF4-FFF2-40B4-BE49-F238E27FC236}">
                <a16:creationId xmlns:a16="http://schemas.microsoft.com/office/drawing/2014/main" id="{B9005226-0C70-E6B3-DD54-FAC04A565323}"/>
              </a:ext>
            </a:extLst>
          </p:cNvPr>
          <p:cNvPicPr>
            <a:picLocks noChangeAspect="1"/>
          </p:cNvPicPr>
          <p:nvPr/>
        </p:nvPicPr>
        <p:blipFill>
          <a:blip r:embed="rId4"/>
          <a:srcRect r="38275"/>
          <a:stretch>
            <a:fillRect/>
          </a:stretch>
        </p:blipFill>
        <p:spPr>
          <a:xfrm>
            <a:off x="2138838" y="233208"/>
            <a:ext cx="7525568" cy="3294705"/>
          </a:xfrm>
          <a:prstGeom prst="rect">
            <a:avLst/>
          </a:prstGeom>
        </p:spPr>
      </p:pic>
      <p:pic>
        <p:nvPicPr>
          <p:cNvPr id="8" name="Picture 7">
            <a:extLst>
              <a:ext uri="{FF2B5EF4-FFF2-40B4-BE49-F238E27FC236}">
                <a16:creationId xmlns:a16="http://schemas.microsoft.com/office/drawing/2014/main" id="{C32B4747-8323-9813-0DAB-7A7A91F16E27}"/>
              </a:ext>
            </a:extLst>
          </p:cNvPr>
          <p:cNvPicPr>
            <a:picLocks noChangeAspect="1"/>
          </p:cNvPicPr>
          <p:nvPr/>
        </p:nvPicPr>
        <p:blipFill>
          <a:blip r:embed="rId4"/>
          <a:srcRect l="61974" r="2106"/>
          <a:stretch>
            <a:fillRect/>
          </a:stretch>
        </p:blipFill>
        <p:spPr>
          <a:xfrm>
            <a:off x="3820190" y="3262710"/>
            <a:ext cx="4379494" cy="3294705"/>
          </a:xfrm>
          <a:prstGeom prst="rect">
            <a:avLst/>
          </a:prstGeom>
        </p:spPr>
      </p:pic>
    </p:spTree>
    <p:extLst>
      <p:ext uri="{BB962C8B-B14F-4D97-AF65-F5344CB8AC3E}">
        <p14:creationId xmlns:p14="http://schemas.microsoft.com/office/powerpoint/2010/main" val="10222003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7A308-F77B-39CA-C75C-54FAC0870883}"/>
            </a:ext>
          </a:extLst>
        </p:cNvPr>
        <p:cNvGrpSpPr/>
        <p:nvPr/>
      </p:nvGrpSpPr>
      <p:grpSpPr>
        <a:xfrm>
          <a:off x="0" y="0"/>
          <a:ext cx="0" cy="0"/>
          <a:chOff x="0" y="0"/>
          <a:chExt cx="0" cy="0"/>
        </a:xfrm>
      </p:grpSpPr>
      <p:pic>
        <p:nvPicPr>
          <p:cNvPr id="7" name="Picture 6" descr="A colorful logo on a black background&#10;&#10;AI-generated content may be incorrect.">
            <a:extLst>
              <a:ext uri="{FF2B5EF4-FFF2-40B4-BE49-F238E27FC236}">
                <a16:creationId xmlns:a16="http://schemas.microsoft.com/office/drawing/2014/main" id="{7BB7047B-AEF2-BFDC-3D89-F0BCE6188934}"/>
              </a:ext>
            </a:extLst>
          </p:cNvPr>
          <p:cNvPicPr>
            <a:picLocks noChangeAspect="1"/>
          </p:cNvPicPr>
          <p:nvPr/>
        </p:nvPicPr>
        <p:blipFill>
          <a:blip r:embed="rId2">
            <a:extLst>
              <a:ext uri="{28A0092B-C50C-407E-A947-70E740481C1C}">
                <a14:useLocalDpi xmlns:a14="http://schemas.microsoft.com/office/drawing/2010/main" val="0"/>
              </a:ext>
            </a:extLst>
          </a:blip>
          <a:srcRect l="-1363" t="-1565" r="1363" b="15850"/>
          <a:stretch/>
        </p:blipFill>
        <p:spPr>
          <a:xfrm rot="14589665">
            <a:off x="11891761" y="3530095"/>
            <a:ext cx="5246658" cy="4497161"/>
          </a:xfrm>
          <a:prstGeom prst="rect">
            <a:avLst/>
          </a:prstGeom>
        </p:spPr>
      </p:pic>
      <p:pic>
        <p:nvPicPr>
          <p:cNvPr id="3" name="Picture 2" descr="A red ball with a white play button&#10;&#10;AI-generated content may be incorrect.">
            <a:extLst>
              <a:ext uri="{FF2B5EF4-FFF2-40B4-BE49-F238E27FC236}">
                <a16:creationId xmlns:a16="http://schemas.microsoft.com/office/drawing/2014/main" id="{553840FB-BB79-0882-8700-79238723C842}"/>
              </a:ext>
            </a:extLst>
          </p:cNvPr>
          <p:cNvPicPr>
            <a:picLocks noChangeAspect="1"/>
          </p:cNvPicPr>
          <p:nvPr/>
        </p:nvPicPr>
        <p:blipFill>
          <a:blip r:embed="rId3">
            <a:extLst>
              <a:ext uri="{28A0092B-C50C-407E-A947-70E740481C1C}">
                <a14:useLocalDpi xmlns:a14="http://schemas.microsoft.com/office/drawing/2010/main" val="0"/>
              </a:ext>
            </a:extLst>
          </a:blip>
          <a:srcRect l="12432"/>
          <a:stretch/>
        </p:blipFill>
        <p:spPr>
          <a:xfrm rot="20295806">
            <a:off x="12372075" y="-2681677"/>
            <a:ext cx="5945961" cy="6799851"/>
          </a:xfrm>
          <a:prstGeom prst="rect">
            <a:avLst/>
          </a:prstGeom>
        </p:spPr>
      </p:pic>
      <p:pic>
        <p:nvPicPr>
          <p:cNvPr id="4" name="Picture 3">
            <a:extLst>
              <a:ext uri="{FF2B5EF4-FFF2-40B4-BE49-F238E27FC236}">
                <a16:creationId xmlns:a16="http://schemas.microsoft.com/office/drawing/2014/main" id="{D7125646-8862-557B-33BB-ACED3D586E0A}"/>
              </a:ext>
            </a:extLst>
          </p:cNvPr>
          <p:cNvPicPr>
            <a:picLocks noChangeAspect="1"/>
          </p:cNvPicPr>
          <p:nvPr/>
        </p:nvPicPr>
        <p:blipFill>
          <a:blip r:embed="rId4"/>
          <a:stretch>
            <a:fillRect/>
          </a:stretch>
        </p:blipFill>
        <p:spPr>
          <a:xfrm>
            <a:off x="2155973" y="546423"/>
            <a:ext cx="7880054" cy="5536931"/>
          </a:xfrm>
          <a:prstGeom prst="rect">
            <a:avLst/>
          </a:prstGeom>
        </p:spPr>
      </p:pic>
    </p:spTree>
    <p:extLst>
      <p:ext uri="{BB962C8B-B14F-4D97-AF65-F5344CB8AC3E}">
        <p14:creationId xmlns:p14="http://schemas.microsoft.com/office/powerpoint/2010/main" val="20926525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red ball with a white play button&#10;&#10;AI-generated content may be incorrect.">
            <a:extLst>
              <a:ext uri="{FF2B5EF4-FFF2-40B4-BE49-F238E27FC236}">
                <a16:creationId xmlns:a16="http://schemas.microsoft.com/office/drawing/2014/main" id="{97C6E089-B89A-65FE-E8C3-936B8736C97A}"/>
              </a:ext>
            </a:extLst>
          </p:cNvPr>
          <p:cNvPicPr>
            <a:picLocks noChangeAspect="1"/>
          </p:cNvPicPr>
          <p:nvPr/>
        </p:nvPicPr>
        <p:blipFill>
          <a:blip r:embed="rId2">
            <a:extLst>
              <a:ext uri="{28A0092B-C50C-407E-A947-70E740481C1C}">
                <a14:useLocalDpi xmlns:a14="http://schemas.microsoft.com/office/drawing/2010/main" val="0"/>
              </a:ext>
            </a:extLst>
          </a:blip>
          <a:srcRect l="12432"/>
          <a:stretch/>
        </p:blipFill>
        <p:spPr>
          <a:xfrm rot="8514332">
            <a:off x="10719057" y="5545461"/>
            <a:ext cx="5945961" cy="6799851"/>
          </a:xfrm>
          <a:prstGeom prst="rect">
            <a:avLst/>
          </a:prstGeom>
        </p:spPr>
      </p:pic>
      <p:pic>
        <p:nvPicPr>
          <p:cNvPr id="7" name="Picture 6" descr="A colorful logo on a black background&#10;&#10;AI-generated content may be incorrect.">
            <a:extLst>
              <a:ext uri="{FF2B5EF4-FFF2-40B4-BE49-F238E27FC236}">
                <a16:creationId xmlns:a16="http://schemas.microsoft.com/office/drawing/2014/main" id="{330EE0C7-EDA4-1CCB-FDAE-3EA833FB5A25}"/>
              </a:ext>
            </a:extLst>
          </p:cNvPr>
          <p:cNvPicPr>
            <a:picLocks noChangeAspect="1"/>
          </p:cNvPicPr>
          <p:nvPr/>
        </p:nvPicPr>
        <p:blipFill>
          <a:blip r:embed="rId3">
            <a:extLst>
              <a:ext uri="{28A0092B-C50C-407E-A947-70E740481C1C}">
                <a14:useLocalDpi xmlns:a14="http://schemas.microsoft.com/office/drawing/2010/main" val="0"/>
              </a:ext>
            </a:extLst>
          </a:blip>
          <a:srcRect l="-1363" t="-1565" r="1363" b="15850"/>
          <a:stretch/>
        </p:blipFill>
        <p:spPr>
          <a:xfrm rot="12461248">
            <a:off x="3571261" y="7649151"/>
            <a:ext cx="5246658" cy="4497161"/>
          </a:xfrm>
          <a:prstGeom prst="rect">
            <a:avLst/>
          </a:prstGeom>
        </p:spPr>
      </p:pic>
      <p:pic>
        <p:nvPicPr>
          <p:cNvPr id="5" name="Picture 4">
            <a:extLst>
              <a:ext uri="{FF2B5EF4-FFF2-40B4-BE49-F238E27FC236}">
                <a16:creationId xmlns:a16="http://schemas.microsoft.com/office/drawing/2014/main" id="{5F2B1B02-3508-132A-A719-1EBB2CE19496}"/>
              </a:ext>
            </a:extLst>
          </p:cNvPr>
          <p:cNvPicPr>
            <a:picLocks noChangeAspect="1"/>
          </p:cNvPicPr>
          <p:nvPr/>
        </p:nvPicPr>
        <p:blipFill>
          <a:blip r:embed="rId4"/>
          <a:stretch>
            <a:fillRect/>
          </a:stretch>
        </p:blipFill>
        <p:spPr>
          <a:xfrm>
            <a:off x="0" y="1485802"/>
            <a:ext cx="12192000" cy="3886396"/>
          </a:xfrm>
          <a:prstGeom prst="rect">
            <a:avLst/>
          </a:prstGeom>
        </p:spPr>
      </p:pic>
    </p:spTree>
    <p:extLst>
      <p:ext uri="{BB962C8B-B14F-4D97-AF65-F5344CB8AC3E}">
        <p14:creationId xmlns:p14="http://schemas.microsoft.com/office/powerpoint/2010/main" val="13675020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FE832-4A85-5459-72FD-4ED4305A3E21}"/>
            </a:ext>
          </a:extLst>
        </p:cNvPr>
        <p:cNvGrpSpPr/>
        <p:nvPr/>
      </p:nvGrpSpPr>
      <p:grpSpPr>
        <a:xfrm>
          <a:off x="0" y="0"/>
          <a:ext cx="0" cy="0"/>
          <a:chOff x="0" y="0"/>
          <a:chExt cx="0" cy="0"/>
        </a:xfrm>
      </p:grpSpPr>
      <p:pic>
        <p:nvPicPr>
          <p:cNvPr id="3" name="Picture 2" descr="A red ball with a white play button&#10;&#10;AI-generated content may be incorrect.">
            <a:extLst>
              <a:ext uri="{FF2B5EF4-FFF2-40B4-BE49-F238E27FC236}">
                <a16:creationId xmlns:a16="http://schemas.microsoft.com/office/drawing/2014/main" id="{C9CF706A-196A-89BD-E36A-E65D0EB7637F}"/>
              </a:ext>
            </a:extLst>
          </p:cNvPr>
          <p:cNvPicPr>
            <a:picLocks noChangeAspect="1"/>
          </p:cNvPicPr>
          <p:nvPr/>
        </p:nvPicPr>
        <p:blipFill>
          <a:blip r:embed="rId2">
            <a:extLst>
              <a:ext uri="{28A0092B-C50C-407E-A947-70E740481C1C}">
                <a14:useLocalDpi xmlns:a14="http://schemas.microsoft.com/office/drawing/2010/main" val="0"/>
              </a:ext>
            </a:extLst>
          </a:blip>
          <a:srcRect l="12432"/>
          <a:stretch/>
        </p:blipFill>
        <p:spPr>
          <a:xfrm rot="8514332">
            <a:off x="10719057" y="5545461"/>
            <a:ext cx="5945961" cy="6799851"/>
          </a:xfrm>
          <a:prstGeom prst="rect">
            <a:avLst/>
          </a:prstGeom>
        </p:spPr>
      </p:pic>
      <p:pic>
        <p:nvPicPr>
          <p:cNvPr id="7" name="Picture 6" descr="A colorful logo on a black background&#10;&#10;AI-generated content may be incorrect.">
            <a:extLst>
              <a:ext uri="{FF2B5EF4-FFF2-40B4-BE49-F238E27FC236}">
                <a16:creationId xmlns:a16="http://schemas.microsoft.com/office/drawing/2014/main" id="{31448E17-F306-6AF0-272C-BC7B2D4F235D}"/>
              </a:ext>
            </a:extLst>
          </p:cNvPr>
          <p:cNvPicPr>
            <a:picLocks noChangeAspect="1"/>
          </p:cNvPicPr>
          <p:nvPr/>
        </p:nvPicPr>
        <p:blipFill>
          <a:blip r:embed="rId3">
            <a:extLst>
              <a:ext uri="{28A0092B-C50C-407E-A947-70E740481C1C}">
                <a14:useLocalDpi xmlns:a14="http://schemas.microsoft.com/office/drawing/2010/main" val="0"/>
              </a:ext>
            </a:extLst>
          </a:blip>
          <a:srcRect l="-1363" t="-1565" r="1363" b="15850"/>
          <a:stretch/>
        </p:blipFill>
        <p:spPr>
          <a:xfrm rot="12461248">
            <a:off x="4735918" y="7360394"/>
            <a:ext cx="5246658" cy="4497161"/>
          </a:xfrm>
          <a:prstGeom prst="rect">
            <a:avLst/>
          </a:prstGeom>
        </p:spPr>
      </p:pic>
      <p:pic>
        <p:nvPicPr>
          <p:cNvPr id="4" name="Picture 3">
            <a:extLst>
              <a:ext uri="{FF2B5EF4-FFF2-40B4-BE49-F238E27FC236}">
                <a16:creationId xmlns:a16="http://schemas.microsoft.com/office/drawing/2014/main" id="{DFE8CD6A-8CC2-C6E6-8CE2-BF3B1C50F2B2}"/>
              </a:ext>
            </a:extLst>
          </p:cNvPr>
          <p:cNvPicPr>
            <a:picLocks noChangeAspect="1"/>
          </p:cNvPicPr>
          <p:nvPr/>
        </p:nvPicPr>
        <p:blipFill>
          <a:blip r:embed="rId4"/>
          <a:stretch>
            <a:fillRect/>
          </a:stretch>
        </p:blipFill>
        <p:spPr>
          <a:xfrm>
            <a:off x="1492013" y="142706"/>
            <a:ext cx="9207973" cy="6572588"/>
          </a:xfrm>
          <a:prstGeom prst="rect">
            <a:avLst/>
          </a:prstGeom>
        </p:spPr>
      </p:pic>
    </p:spTree>
    <p:extLst>
      <p:ext uri="{BB962C8B-B14F-4D97-AF65-F5344CB8AC3E}">
        <p14:creationId xmlns:p14="http://schemas.microsoft.com/office/powerpoint/2010/main" val="39239246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4BA75-38E3-5E75-6888-1C797AA5F4CB}"/>
            </a:ext>
          </a:extLst>
        </p:cNvPr>
        <p:cNvGrpSpPr/>
        <p:nvPr/>
      </p:nvGrpSpPr>
      <p:grpSpPr>
        <a:xfrm>
          <a:off x="0" y="0"/>
          <a:ext cx="0" cy="0"/>
          <a:chOff x="0" y="0"/>
          <a:chExt cx="0" cy="0"/>
        </a:xfrm>
      </p:grpSpPr>
      <p:pic>
        <p:nvPicPr>
          <p:cNvPr id="3" name="Picture 2" descr="A red ball with a white play button&#10;&#10;AI-generated content may be incorrect.">
            <a:extLst>
              <a:ext uri="{FF2B5EF4-FFF2-40B4-BE49-F238E27FC236}">
                <a16:creationId xmlns:a16="http://schemas.microsoft.com/office/drawing/2014/main" id="{86BE5258-019D-D047-E7CD-0CBD4C0637EA}"/>
              </a:ext>
            </a:extLst>
          </p:cNvPr>
          <p:cNvPicPr>
            <a:picLocks noChangeAspect="1"/>
          </p:cNvPicPr>
          <p:nvPr/>
        </p:nvPicPr>
        <p:blipFill>
          <a:blip r:embed="rId2">
            <a:extLst>
              <a:ext uri="{28A0092B-C50C-407E-A947-70E740481C1C}">
                <a14:useLocalDpi xmlns:a14="http://schemas.microsoft.com/office/drawing/2010/main" val="0"/>
              </a:ext>
            </a:extLst>
          </a:blip>
          <a:srcRect l="12432"/>
          <a:stretch/>
        </p:blipFill>
        <p:spPr>
          <a:xfrm rot="20295806">
            <a:off x="8020575" y="2157367"/>
            <a:ext cx="5945961" cy="6799851"/>
          </a:xfrm>
          <a:prstGeom prst="rect">
            <a:avLst/>
          </a:prstGeom>
        </p:spPr>
      </p:pic>
      <p:pic>
        <p:nvPicPr>
          <p:cNvPr id="7" name="Picture 6" descr="A colorful logo on a black background&#10;&#10;AI-generated content may be incorrect.">
            <a:extLst>
              <a:ext uri="{FF2B5EF4-FFF2-40B4-BE49-F238E27FC236}">
                <a16:creationId xmlns:a16="http://schemas.microsoft.com/office/drawing/2014/main" id="{CBEF67AD-3F0A-8165-DB58-089906840F13}"/>
              </a:ext>
            </a:extLst>
          </p:cNvPr>
          <p:cNvPicPr>
            <a:picLocks noChangeAspect="1"/>
          </p:cNvPicPr>
          <p:nvPr/>
        </p:nvPicPr>
        <p:blipFill>
          <a:blip r:embed="rId3">
            <a:extLst>
              <a:ext uri="{28A0092B-C50C-407E-A947-70E740481C1C}">
                <a14:useLocalDpi xmlns:a14="http://schemas.microsoft.com/office/drawing/2010/main" val="0"/>
              </a:ext>
            </a:extLst>
          </a:blip>
          <a:srcRect l="-1363" t="-1565" r="1363" b="15850"/>
          <a:stretch/>
        </p:blipFill>
        <p:spPr>
          <a:xfrm rot="17930855">
            <a:off x="9149376" y="1623806"/>
            <a:ext cx="4212097" cy="3610389"/>
          </a:xfrm>
          <a:prstGeom prst="rect">
            <a:avLst/>
          </a:prstGeom>
        </p:spPr>
      </p:pic>
      <p:sp>
        <p:nvSpPr>
          <p:cNvPr id="5" name="TextBox 4">
            <a:extLst>
              <a:ext uri="{FF2B5EF4-FFF2-40B4-BE49-F238E27FC236}">
                <a16:creationId xmlns:a16="http://schemas.microsoft.com/office/drawing/2014/main" id="{466F0A40-69A6-A965-0554-996172BF80BE}"/>
              </a:ext>
            </a:extLst>
          </p:cNvPr>
          <p:cNvSpPr txBox="1"/>
          <p:nvPr/>
        </p:nvSpPr>
        <p:spPr>
          <a:xfrm>
            <a:off x="3907857" y="2693287"/>
            <a:ext cx="7507704" cy="923330"/>
          </a:xfrm>
          <a:prstGeom prst="rect">
            <a:avLst/>
          </a:prstGeom>
          <a:noFill/>
        </p:spPr>
        <p:txBody>
          <a:bodyPr wrap="square">
            <a:spAutoFit/>
          </a:bodyPr>
          <a:lstStyle/>
          <a:p>
            <a:r>
              <a:rPr lang="en-US" sz="5400" dirty="0" err="1">
                <a:latin typeface="Andalus" panose="02020603050405020304" pitchFamily="18" charset="-78"/>
                <a:cs typeface="Andalus" panose="02020603050405020304" pitchFamily="18" charset="-78"/>
              </a:rPr>
              <a:t>Bulid</a:t>
            </a:r>
            <a:r>
              <a:rPr lang="en-US" sz="5400" dirty="0">
                <a:latin typeface="Andalus" panose="02020603050405020304" pitchFamily="18" charset="-78"/>
                <a:cs typeface="Andalus" panose="02020603050405020304" pitchFamily="18" charset="-78"/>
              </a:rPr>
              <a:t> a module</a:t>
            </a:r>
          </a:p>
        </p:txBody>
      </p:sp>
    </p:spTree>
    <p:extLst>
      <p:ext uri="{BB962C8B-B14F-4D97-AF65-F5344CB8AC3E}">
        <p14:creationId xmlns:p14="http://schemas.microsoft.com/office/powerpoint/2010/main" val="26779476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494EA-5D81-84A5-2209-AB7E6B16F51B}"/>
            </a:ext>
          </a:extLst>
        </p:cNvPr>
        <p:cNvGrpSpPr/>
        <p:nvPr/>
      </p:nvGrpSpPr>
      <p:grpSpPr>
        <a:xfrm>
          <a:off x="0" y="0"/>
          <a:ext cx="0" cy="0"/>
          <a:chOff x="0" y="0"/>
          <a:chExt cx="0" cy="0"/>
        </a:xfrm>
      </p:grpSpPr>
      <p:pic>
        <p:nvPicPr>
          <p:cNvPr id="3" name="Picture 2" descr="A red ball with a white play button&#10;&#10;AI-generated content may be incorrect.">
            <a:extLst>
              <a:ext uri="{FF2B5EF4-FFF2-40B4-BE49-F238E27FC236}">
                <a16:creationId xmlns:a16="http://schemas.microsoft.com/office/drawing/2014/main" id="{F9BCA1C2-D8DF-33AB-4560-17E5FB34BCAE}"/>
              </a:ext>
            </a:extLst>
          </p:cNvPr>
          <p:cNvPicPr>
            <a:picLocks noChangeAspect="1"/>
          </p:cNvPicPr>
          <p:nvPr/>
        </p:nvPicPr>
        <p:blipFill>
          <a:blip r:embed="rId2">
            <a:extLst>
              <a:ext uri="{28A0092B-C50C-407E-A947-70E740481C1C}">
                <a14:useLocalDpi xmlns:a14="http://schemas.microsoft.com/office/drawing/2010/main" val="0"/>
              </a:ext>
            </a:extLst>
          </a:blip>
          <a:srcRect l="12432"/>
          <a:stretch/>
        </p:blipFill>
        <p:spPr>
          <a:xfrm rot="20295806">
            <a:off x="8020575" y="2157367"/>
            <a:ext cx="5945961" cy="6799851"/>
          </a:xfrm>
          <a:prstGeom prst="rect">
            <a:avLst/>
          </a:prstGeom>
        </p:spPr>
      </p:pic>
      <p:pic>
        <p:nvPicPr>
          <p:cNvPr id="7" name="Picture 6" descr="A colorful logo on a black background&#10;&#10;AI-generated content may be incorrect.">
            <a:extLst>
              <a:ext uri="{FF2B5EF4-FFF2-40B4-BE49-F238E27FC236}">
                <a16:creationId xmlns:a16="http://schemas.microsoft.com/office/drawing/2014/main" id="{12397DCD-5D05-B0B9-4F57-381C8B9BAB5B}"/>
              </a:ext>
            </a:extLst>
          </p:cNvPr>
          <p:cNvPicPr>
            <a:picLocks noChangeAspect="1"/>
          </p:cNvPicPr>
          <p:nvPr/>
        </p:nvPicPr>
        <p:blipFill>
          <a:blip r:embed="rId3">
            <a:extLst>
              <a:ext uri="{28A0092B-C50C-407E-A947-70E740481C1C}">
                <a14:useLocalDpi xmlns:a14="http://schemas.microsoft.com/office/drawing/2010/main" val="0"/>
              </a:ext>
            </a:extLst>
          </a:blip>
          <a:srcRect l="-1363" t="-1565" r="1363" b="15850"/>
          <a:stretch/>
        </p:blipFill>
        <p:spPr>
          <a:xfrm rot="16200000">
            <a:off x="-1837342" y="-1255496"/>
            <a:ext cx="4212097" cy="3610389"/>
          </a:xfrm>
          <a:prstGeom prst="rect">
            <a:avLst/>
          </a:prstGeom>
        </p:spPr>
      </p:pic>
      <p:sp>
        <p:nvSpPr>
          <p:cNvPr id="5" name="TextBox 4">
            <a:extLst>
              <a:ext uri="{FF2B5EF4-FFF2-40B4-BE49-F238E27FC236}">
                <a16:creationId xmlns:a16="http://schemas.microsoft.com/office/drawing/2014/main" id="{7B1E5562-25F2-9693-A52E-648E80F740ED}"/>
              </a:ext>
            </a:extLst>
          </p:cNvPr>
          <p:cNvSpPr txBox="1"/>
          <p:nvPr/>
        </p:nvSpPr>
        <p:spPr>
          <a:xfrm>
            <a:off x="558265" y="1298101"/>
            <a:ext cx="8099849" cy="3539430"/>
          </a:xfrm>
          <a:prstGeom prst="rect">
            <a:avLst/>
          </a:prstGeom>
          <a:noFill/>
        </p:spPr>
        <p:txBody>
          <a:bodyPr wrap="square">
            <a:spAutoFit/>
          </a:bodyPr>
          <a:lstStyle/>
          <a:p>
            <a:r>
              <a:rPr lang="en-US" sz="2800" dirty="0">
                <a:latin typeface="Andalus" panose="02020603050405020304" pitchFamily="18" charset="-78"/>
                <a:cs typeface="Andalus" panose="02020603050405020304" pitchFamily="18" charset="-78"/>
              </a:rPr>
              <a:t>Data Splitting &amp; Validation Strategy</a:t>
            </a:r>
          </a:p>
          <a:p>
            <a:r>
              <a:rPr lang="en-US" sz="2800" dirty="0">
                <a:latin typeface="Andalus" panose="02020603050405020304" pitchFamily="18" charset="-78"/>
                <a:cs typeface="Andalus" panose="02020603050405020304" pitchFamily="18" charset="-78"/>
              </a:rPr>
              <a:t>1. Train / Test Split</a:t>
            </a:r>
          </a:p>
          <a:p>
            <a:pPr lvl="0"/>
            <a:r>
              <a:rPr lang="en-US" sz="2800" dirty="0">
                <a:latin typeface="Andalus" panose="02020603050405020304" pitchFamily="18" charset="-78"/>
                <a:cs typeface="Andalus" panose="02020603050405020304" pitchFamily="18" charset="-78"/>
              </a:rPr>
              <a:t>The dataset was divided into: </a:t>
            </a:r>
          </a:p>
          <a:p>
            <a:pPr marL="914400" lvl="1" indent="-457200">
              <a:buFont typeface="Arial" panose="020B0604020202020204" pitchFamily="34" charset="0"/>
              <a:buChar char="•"/>
            </a:pPr>
            <a:r>
              <a:rPr lang="en-US" sz="2800" dirty="0">
                <a:latin typeface="Andalus" panose="02020603050405020304" pitchFamily="18" charset="-78"/>
                <a:cs typeface="Andalus" panose="02020603050405020304" pitchFamily="18" charset="-78"/>
              </a:rPr>
              <a:t>80% Training Data </a:t>
            </a:r>
          </a:p>
          <a:p>
            <a:pPr marL="914400" lvl="1" indent="-457200">
              <a:buFont typeface="Arial" panose="020B0604020202020204" pitchFamily="34" charset="0"/>
              <a:buChar char="•"/>
            </a:pPr>
            <a:r>
              <a:rPr lang="en-US" sz="2800" dirty="0">
                <a:latin typeface="Andalus" panose="02020603050405020304" pitchFamily="18" charset="-78"/>
                <a:cs typeface="Andalus" panose="02020603050405020304" pitchFamily="18" charset="-78"/>
              </a:rPr>
              <a:t>20% Testing Data </a:t>
            </a:r>
          </a:p>
          <a:p>
            <a:pPr lvl="0"/>
            <a:r>
              <a:rPr lang="en-US" sz="2800" dirty="0" err="1">
                <a:latin typeface="Andalus" panose="02020603050405020304" pitchFamily="18" charset="-78"/>
                <a:cs typeface="Andalus" panose="02020603050405020304" pitchFamily="18" charset="-78"/>
              </a:rPr>
              <a:t>random_state</a:t>
            </a:r>
            <a:r>
              <a:rPr lang="en-US" sz="2800" dirty="0">
                <a:latin typeface="Andalus" panose="02020603050405020304" pitchFamily="18" charset="-78"/>
                <a:cs typeface="Andalus" panose="02020603050405020304" pitchFamily="18" charset="-78"/>
              </a:rPr>
              <a:t> = 42 was used to ensure reproducibility. </a:t>
            </a:r>
          </a:p>
          <a:p>
            <a:pPr lvl="0"/>
            <a:r>
              <a:rPr lang="en-US" sz="2800" dirty="0">
                <a:latin typeface="Andalus" panose="02020603050405020304" pitchFamily="18" charset="-78"/>
                <a:cs typeface="Andalus" panose="02020603050405020304" pitchFamily="18" charset="-78"/>
              </a:rPr>
              <a:t>The Test Set was not used during model training or cross-validation.</a:t>
            </a:r>
          </a:p>
        </p:txBody>
      </p:sp>
    </p:spTree>
    <p:extLst>
      <p:ext uri="{BB962C8B-B14F-4D97-AF65-F5344CB8AC3E}">
        <p14:creationId xmlns:p14="http://schemas.microsoft.com/office/powerpoint/2010/main" val="10697316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red ball with a white play button&#10;&#10;AI-generated content may be incorrect.">
            <a:extLst>
              <a:ext uri="{FF2B5EF4-FFF2-40B4-BE49-F238E27FC236}">
                <a16:creationId xmlns:a16="http://schemas.microsoft.com/office/drawing/2014/main" id="{97C6E089-B89A-65FE-E8C3-936B8736C97A}"/>
              </a:ext>
            </a:extLst>
          </p:cNvPr>
          <p:cNvPicPr>
            <a:picLocks noChangeAspect="1"/>
          </p:cNvPicPr>
          <p:nvPr/>
        </p:nvPicPr>
        <p:blipFill>
          <a:blip r:embed="rId2">
            <a:extLst>
              <a:ext uri="{28A0092B-C50C-407E-A947-70E740481C1C}">
                <a14:useLocalDpi xmlns:a14="http://schemas.microsoft.com/office/drawing/2010/main" val="0"/>
              </a:ext>
            </a:extLst>
          </a:blip>
          <a:srcRect l="12432"/>
          <a:stretch/>
        </p:blipFill>
        <p:spPr>
          <a:xfrm rot="20295806">
            <a:off x="8757007" y="-2803739"/>
            <a:ext cx="5945961" cy="6799851"/>
          </a:xfrm>
          <a:prstGeom prst="rect">
            <a:avLst/>
          </a:prstGeom>
        </p:spPr>
      </p:pic>
      <p:pic>
        <p:nvPicPr>
          <p:cNvPr id="7" name="Picture 6" descr="A colorful logo on a black background&#10;&#10;AI-generated content may be incorrect.">
            <a:extLst>
              <a:ext uri="{FF2B5EF4-FFF2-40B4-BE49-F238E27FC236}">
                <a16:creationId xmlns:a16="http://schemas.microsoft.com/office/drawing/2014/main" id="{330EE0C7-EDA4-1CCB-FDAE-3EA833FB5A25}"/>
              </a:ext>
            </a:extLst>
          </p:cNvPr>
          <p:cNvPicPr>
            <a:picLocks noChangeAspect="1"/>
          </p:cNvPicPr>
          <p:nvPr/>
        </p:nvPicPr>
        <p:blipFill>
          <a:blip r:embed="rId3">
            <a:extLst>
              <a:ext uri="{28A0092B-C50C-407E-A947-70E740481C1C}">
                <a14:useLocalDpi xmlns:a14="http://schemas.microsoft.com/office/drawing/2010/main" val="0"/>
              </a:ext>
            </a:extLst>
          </a:blip>
          <a:srcRect l="-1363" t="-1565" r="1363" b="15850"/>
          <a:stretch/>
        </p:blipFill>
        <p:spPr>
          <a:xfrm rot="17930855">
            <a:off x="-3805917" y="-4093026"/>
            <a:ext cx="4212097" cy="3610389"/>
          </a:xfrm>
          <a:prstGeom prst="rect">
            <a:avLst/>
          </a:prstGeom>
        </p:spPr>
      </p:pic>
      <p:sp>
        <p:nvSpPr>
          <p:cNvPr id="5" name="TextBox 4">
            <a:extLst>
              <a:ext uri="{FF2B5EF4-FFF2-40B4-BE49-F238E27FC236}">
                <a16:creationId xmlns:a16="http://schemas.microsoft.com/office/drawing/2014/main" id="{3ED39CF2-BE68-9BBC-8F57-364AD71DFACB}"/>
              </a:ext>
            </a:extLst>
          </p:cNvPr>
          <p:cNvSpPr txBox="1"/>
          <p:nvPr/>
        </p:nvSpPr>
        <p:spPr>
          <a:xfrm>
            <a:off x="462013" y="374771"/>
            <a:ext cx="5890661" cy="923330"/>
          </a:xfrm>
          <a:prstGeom prst="rect">
            <a:avLst/>
          </a:prstGeom>
          <a:noFill/>
        </p:spPr>
        <p:txBody>
          <a:bodyPr wrap="square">
            <a:spAutoFit/>
          </a:bodyPr>
          <a:lstStyle/>
          <a:p>
            <a:r>
              <a:rPr lang="en-US" sz="5400" dirty="0">
                <a:latin typeface="Andalus" panose="02020603050405020304" pitchFamily="18" charset="-78"/>
                <a:cs typeface="Andalus" panose="02020603050405020304" pitchFamily="18" charset="-78"/>
              </a:rPr>
              <a:t>Feature Engineering</a:t>
            </a:r>
          </a:p>
        </p:txBody>
      </p:sp>
      <p:pic>
        <p:nvPicPr>
          <p:cNvPr id="8" name="Picture 7">
            <a:extLst>
              <a:ext uri="{FF2B5EF4-FFF2-40B4-BE49-F238E27FC236}">
                <a16:creationId xmlns:a16="http://schemas.microsoft.com/office/drawing/2014/main" id="{A90A967D-9814-4EA5-9BBA-ADF0E81F2D29}"/>
              </a:ext>
            </a:extLst>
          </p:cNvPr>
          <p:cNvPicPr>
            <a:picLocks noChangeAspect="1"/>
          </p:cNvPicPr>
          <p:nvPr/>
        </p:nvPicPr>
        <p:blipFill>
          <a:blip r:embed="rId4"/>
          <a:srcRect l="1840" r="4445" b="39625"/>
          <a:stretch>
            <a:fillRect/>
          </a:stretch>
        </p:blipFill>
        <p:spPr>
          <a:xfrm>
            <a:off x="382010" y="1298101"/>
            <a:ext cx="4333405" cy="4775646"/>
          </a:xfrm>
          <a:prstGeom prst="rect">
            <a:avLst/>
          </a:prstGeom>
        </p:spPr>
      </p:pic>
      <p:pic>
        <p:nvPicPr>
          <p:cNvPr id="11" name="Picture 10">
            <a:extLst>
              <a:ext uri="{FF2B5EF4-FFF2-40B4-BE49-F238E27FC236}">
                <a16:creationId xmlns:a16="http://schemas.microsoft.com/office/drawing/2014/main" id="{8966FE83-3FB0-3A0B-1615-2CD835C56F17}"/>
              </a:ext>
            </a:extLst>
          </p:cNvPr>
          <p:cNvPicPr>
            <a:picLocks noChangeAspect="1"/>
          </p:cNvPicPr>
          <p:nvPr/>
        </p:nvPicPr>
        <p:blipFill>
          <a:blip r:embed="rId4"/>
          <a:srcRect l="2336" t="58131" r="2556" b="3575"/>
          <a:stretch>
            <a:fillRect/>
          </a:stretch>
        </p:blipFill>
        <p:spPr>
          <a:xfrm>
            <a:off x="4528019" y="1580327"/>
            <a:ext cx="4050092" cy="2789544"/>
          </a:xfrm>
          <a:prstGeom prst="rect">
            <a:avLst/>
          </a:prstGeom>
        </p:spPr>
      </p:pic>
    </p:spTree>
    <p:extLst>
      <p:ext uri="{BB962C8B-B14F-4D97-AF65-F5344CB8AC3E}">
        <p14:creationId xmlns:p14="http://schemas.microsoft.com/office/powerpoint/2010/main" val="42161930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6885B-0B4E-5FF0-7663-FA465FC5FFE1}"/>
            </a:ext>
          </a:extLst>
        </p:cNvPr>
        <p:cNvGrpSpPr/>
        <p:nvPr/>
      </p:nvGrpSpPr>
      <p:grpSpPr>
        <a:xfrm>
          <a:off x="0" y="0"/>
          <a:ext cx="0" cy="0"/>
          <a:chOff x="0" y="0"/>
          <a:chExt cx="0" cy="0"/>
        </a:xfrm>
      </p:grpSpPr>
      <p:pic>
        <p:nvPicPr>
          <p:cNvPr id="3" name="Picture 2" descr="A red ball with a white play button&#10;&#10;AI-generated content may be incorrect.">
            <a:extLst>
              <a:ext uri="{FF2B5EF4-FFF2-40B4-BE49-F238E27FC236}">
                <a16:creationId xmlns:a16="http://schemas.microsoft.com/office/drawing/2014/main" id="{908A019C-8D63-9C6F-0192-5D4D8A254757}"/>
              </a:ext>
            </a:extLst>
          </p:cNvPr>
          <p:cNvPicPr>
            <a:picLocks noChangeAspect="1"/>
          </p:cNvPicPr>
          <p:nvPr/>
        </p:nvPicPr>
        <p:blipFill>
          <a:blip r:embed="rId2">
            <a:extLst>
              <a:ext uri="{28A0092B-C50C-407E-A947-70E740481C1C}">
                <a14:useLocalDpi xmlns:a14="http://schemas.microsoft.com/office/drawing/2010/main" val="0"/>
              </a:ext>
            </a:extLst>
          </a:blip>
          <a:srcRect l="12432"/>
          <a:stretch/>
        </p:blipFill>
        <p:spPr>
          <a:xfrm rot="20295806">
            <a:off x="11957407" y="-6647434"/>
            <a:ext cx="5945961" cy="6799851"/>
          </a:xfrm>
          <a:prstGeom prst="rect">
            <a:avLst/>
          </a:prstGeom>
        </p:spPr>
      </p:pic>
      <p:pic>
        <p:nvPicPr>
          <p:cNvPr id="7" name="Picture 6" descr="A colorful logo on a black background&#10;&#10;AI-generated content may be incorrect.">
            <a:extLst>
              <a:ext uri="{FF2B5EF4-FFF2-40B4-BE49-F238E27FC236}">
                <a16:creationId xmlns:a16="http://schemas.microsoft.com/office/drawing/2014/main" id="{65F1B4FA-833B-1DF5-C894-578FDF9669F9}"/>
              </a:ext>
            </a:extLst>
          </p:cNvPr>
          <p:cNvPicPr>
            <a:picLocks noChangeAspect="1"/>
          </p:cNvPicPr>
          <p:nvPr/>
        </p:nvPicPr>
        <p:blipFill>
          <a:blip r:embed="rId3">
            <a:extLst>
              <a:ext uri="{28A0092B-C50C-407E-A947-70E740481C1C}">
                <a14:useLocalDpi xmlns:a14="http://schemas.microsoft.com/office/drawing/2010/main" val="0"/>
              </a:ext>
            </a:extLst>
          </a:blip>
          <a:srcRect l="-1363" t="-1565" r="1363" b="15850"/>
          <a:stretch/>
        </p:blipFill>
        <p:spPr>
          <a:xfrm rot="17930855">
            <a:off x="-1788417" y="-1487561"/>
            <a:ext cx="4212097" cy="3610389"/>
          </a:xfrm>
          <a:prstGeom prst="rect">
            <a:avLst/>
          </a:prstGeom>
        </p:spPr>
      </p:pic>
      <p:graphicFrame>
        <p:nvGraphicFramePr>
          <p:cNvPr id="2" name="Table 1">
            <a:extLst>
              <a:ext uri="{FF2B5EF4-FFF2-40B4-BE49-F238E27FC236}">
                <a16:creationId xmlns:a16="http://schemas.microsoft.com/office/drawing/2014/main" id="{66F0C2CE-F216-8DEA-28A1-94EFCE077DA5}"/>
              </a:ext>
            </a:extLst>
          </p:cNvPr>
          <p:cNvGraphicFramePr>
            <a:graphicFrameLocks noGrp="1"/>
          </p:cNvGraphicFramePr>
          <p:nvPr>
            <p:extLst>
              <p:ext uri="{D42A27DB-BD31-4B8C-83A1-F6EECF244321}">
                <p14:modId xmlns:p14="http://schemas.microsoft.com/office/powerpoint/2010/main" val="3349158538"/>
              </p:ext>
            </p:extLst>
          </p:nvPr>
        </p:nvGraphicFramePr>
        <p:xfrm>
          <a:off x="2254718" y="1635124"/>
          <a:ext cx="6190501" cy="4752972"/>
        </p:xfrm>
        <a:graphic>
          <a:graphicData uri="http://schemas.openxmlformats.org/drawingml/2006/table">
            <a:tbl>
              <a:tblPr>
                <a:tableStyleId>{5C22544A-7EE6-4342-B048-85BDC9FD1C3A}</a:tableStyleId>
              </a:tblPr>
              <a:tblGrid>
                <a:gridCol w="1366061">
                  <a:extLst>
                    <a:ext uri="{9D8B030D-6E8A-4147-A177-3AD203B41FA5}">
                      <a16:colId xmlns:a16="http://schemas.microsoft.com/office/drawing/2014/main" val="3571131399"/>
                    </a:ext>
                  </a:extLst>
                </a:gridCol>
                <a:gridCol w="2318307">
                  <a:extLst>
                    <a:ext uri="{9D8B030D-6E8A-4147-A177-3AD203B41FA5}">
                      <a16:colId xmlns:a16="http://schemas.microsoft.com/office/drawing/2014/main" val="3231675969"/>
                    </a:ext>
                  </a:extLst>
                </a:gridCol>
                <a:gridCol w="2506133">
                  <a:extLst>
                    <a:ext uri="{9D8B030D-6E8A-4147-A177-3AD203B41FA5}">
                      <a16:colId xmlns:a16="http://schemas.microsoft.com/office/drawing/2014/main" val="203489256"/>
                    </a:ext>
                  </a:extLst>
                </a:gridCol>
              </a:tblGrid>
              <a:tr h="246908">
                <a:tc>
                  <a:txBody>
                    <a:bodyPr/>
                    <a:lstStyle/>
                    <a:p>
                      <a:pPr algn="ctr">
                        <a:buNone/>
                      </a:pPr>
                      <a:r>
                        <a:rPr lang="en-US" sz="1100" dirty="0"/>
                        <a:t>Parameter</a:t>
                      </a:r>
                    </a:p>
                  </a:txBody>
                  <a:tcPr marL="56511" marR="56511" marT="28255" marB="28255" anchor="ctr">
                    <a:solidFill>
                      <a:srgbClr val="F4ECF3"/>
                    </a:solidFill>
                  </a:tcPr>
                </a:tc>
                <a:tc>
                  <a:txBody>
                    <a:bodyPr/>
                    <a:lstStyle/>
                    <a:p>
                      <a:pPr algn="ctr">
                        <a:buNone/>
                      </a:pPr>
                      <a:r>
                        <a:rPr lang="en-US" sz="1100"/>
                        <a:t>Value</a:t>
                      </a:r>
                    </a:p>
                  </a:txBody>
                  <a:tcPr marL="56511" marR="56511" marT="28255" marB="28255" anchor="ctr">
                    <a:solidFill>
                      <a:srgbClr val="F4ECF3"/>
                    </a:solidFill>
                  </a:tcPr>
                </a:tc>
                <a:tc>
                  <a:txBody>
                    <a:bodyPr/>
                    <a:lstStyle/>
                    <a:p>
                      <a:pPr algn="ctr">
                        <a:buNone/>
                      </a:pPr>
                      <a:r>
                        <a:rPr lang="en-US" sz="1100" dirty="0"/>
                        <a:t>Note / Hint</a:t>
                      </a:r>
                    </a:p>
                  </a:txBody>
                  <a:tcPr marL="56511" marR="56511" marT="28255" marB="28255" anchor="ctr">
                    <a:solidFill>
                      <a:srgbClr val="F4ECF3"/>
                    </a:solidFill>
                  </a:tcPr>
                </a:tc>
                <a:extLst>
                  <a:ext uri="{0D108BD9-81ED-4DB2-BD59-A6C34878D82A}">
                    <a16:rowId xmlns:a16="http://schemas.microsoft.com/office/drawing/2014/main" val="2452882860"/>
                  </a:ext>
                </a:extLst>
              </a:tr>
              <a:tr h="432088">
                <a:tc>
                  <a:txBody>
                    <a:bodyPr/>
                    <a:lstStyle/>
                    <a:p>
                      <a:pPr algn="ctr">
                        <a:buNone/>
                      </a:pPr>
                      <a:r>
                        <a:rPr lang="en-US" sz="1100" dirty="0"/>
                        <a:t>iterations</a:t>
                      </a:r>
                    </a:p>
                  </a:txBody>
                  <a:tcPr marL="56511" marR="56511" marT="28255" marB="28255" anchor="ctr">
                    <a:solidFill>
                      <a:srgbClr val="F4ECF3"/>
                    </a:solidFill>
                  </a:tcPr>
                </a:tc>
                <a:tc>
                  <a:txBody>
                    <a:bodyPr/>
                    <a:lstStyle/>
                    <a:p>
                      <a:pPr algn="ctr">
                        <a:buNone/>
                      </a:pPr>
                      <a:r>
                        <a:rPr lang="en-US" sz="1100"/>
                        <a:t>1800</a:t>
                      </a:r>
                    </a:p>
                  </a:txBody>
                  <a:tcPr marL="56511" marR="56511" marT="28255" marB="28255" anchor="ctr">
                    <a:solidFill>
                      <a:srgbClr val="F4ECF3"/>
                    </a:solidFill>
                  </a:tcPr>
                </a:tc>
                <a:tc>
                  <a:txBody>
                    <a:bodyPr/>
                    <a:lstStyle/>
                    <a:p>
                      <a:pPr algn="ctr">
                        <a:buNone/>
                      </a:pPr>
                      <a:r>
                        <a:rPr lang="en-US" sz="1100" dirty="0"/>
                        <a:t>Number of boosting iterations / trees</a:t>
                      </a:r>
                    </a:p>
                  </a:txBody>
                  <a:tcPr marL="56511" marR="56511" marT="28255" marB="28255" anchor="ctr">
                    <a:solidFill>
                      <a:srgbClr val="F4ECF3"/>
                    </a:solidFill>
                  </a:tcPr>
                </a:tc>
                <a:extLst>
                  <a:ext uri="{0D108BD9-81ED-4DB2-BD59-A6C34878D82A}">
                    <a16:rowId xmlns:a16="http://schemas.microsoft.com/office/drawing/2014/main" val="808679338"/>
                  </a:ext>
                </a:extLst>
              </a:tr>
              <a:tr h="432088">
                <a:tc>
                  <a:txBody>
                    <a:bodyPr/>
                    <a:lstStyle/>
                    <a:p>
                      <a:pPr algn="ctr">
                        <a:buNone/>
                      </a:pPr>
                      <a:r>
                        <a:rPr lang="en-US" sz="1100" dirty="0" err="1"/>
                        <a:t>learning_rate</a:t>
                      </a:r>
                      <a:endParaRPr lang="en-US" sz="1100" dirty="0"/>
                    </a:p>
                  </a:txBody>
                  <a:tcPr marL="56511" marR="56511" marT="28255" marB="28255" anchor="ctr">
                    <a:solidFill>
                      <a:srgbClr val="F4ECF3"/>
                    </a:solidFill>
                  </a:tcPr>
                </a:tc>
                <a:tc>
                  <a:txBody>
                    <a:bodyPr/>
                    <a:lstStyle/>
                    <a:p>
                      <a:pPr algn="ctr">
                        <a:buNone/>
                      </a:pPr>
                      <a:r>
                        <a:rPr lang="en-US" sz="1100" dirty="0"/>
                        <a:t>0.02</a:t>
                      </a:r>
                    </a:p>
                  </a:txBody>
                  <a:tcPr marL="56511" marR="56511" marT="28255" marB="28255" anchor="ctr">
                    <a:solidFill>
                      <a:srgbClr val="F4ECF3"/>
                    </a:solidFill>
                  </a:tcPr>
                </a:tc>
                <a:tc>
                  <a:txBody>
                    <a:bodyPr/>
                    <a:lstStyle/>
                    <a:p>
                      <a:pPr algn="ctr">
                        <a:buNone/>
                      </a:pPr>
                      <a:r>
                        <a:rPr lang="en-US" sz="1100" dirty="0"/>
                        <a:t>Small step size → more stable learning</a:t>
                      </a:r>
                    </a:p>
                  </a:txBody>
                  <a:tcPr marL="56511" marR="56511" marT="28255" marB="28255" anchor="ctr">
                    <a:solidFill>
                      <a:srgbClr val="F4ECF3"/>
                    </a:solidFill>
                  </a:tcPr>
                </a:tc>
                <a:extLst>
                  <a:ext uri="{0D108BD9-81ED-4DB2-BD59-A6C34878D82A}">
                    <a16:rowId xmlns:a16="http://schemas.microsoft.com/office/drawing/2014/main" val="3677177678"/>
                  </a:ext>
                </a:extLst>
              </a:tr>
              <a:tr h="246908">
                <a:tc>
                  <a:txBody>
                    <a:bodyPr/>
                    <a:lstStyle/>
                    <a:p>
                      <a:pPr algn="ctr">
                        <a:buNone/>
                      </a:pPr>
                      <a:r>
                        <a:rPr lang="en-US" sz="1100"/>
                        <a:t>depth</a:t>
                      </a:r>
                    </a:p>
                  </a:txBody>
                  <a:tcPr marL="56511" marR="56511" marT="28255" marB="28255" anchor="ctr">
                    <a:solidFill>
                      <a:srgbClr val="F4ECF3"/>
                    </a:solidFill>
                  </a:tcPr>
                </a:tc>
                <a:tc>
                  <a:txBody>
                    <a:bodyPr/>
                    <a:lstStyle/>
                    <a:p>
                      <a:pPr algn="ctr">
                        <a:buNone/>
                      </a:pPr>
                      <a:r>
                        <a:rPr lang="en-US" sz="1100" dirty="0"/>
                        <a:t>4</a:t>
                      </a:r>
                    </a:p>
                  </a:txBody>
                  <a:tcPr marL="56511" marR="56511" marT="28255" marB="28255" anchor="ctr">
                    <a:solidFill>
                      <a:srgbClr val="F4ECF3"/>
                    </a:solidFill>
                  </a:tcPr>
                </a:tc>
                <a:tc>
                  <a:txBody>
                    <a:bodyPr/>
                    <a:lstStyle/>
                    <a:p>
                      <a:pPr algn="ctr">
                        <a:buNone/>
                      </a:pPr>
                      <a:r>
                        <a:rPr lang="en-US" sz="1100"/>
                        <a:t>Controls tree complexity</a:t>
                      </a:r>
                    </a:p>
                  </a:txBody>
                  <a:tcPr marL="56511" marR="56511" marT="28255" marB="28255" anchor="ctr">
                    <a:solidFill>
                      <a:srgbClr val="F4ECF3"/>
                    </a:solidFill>
                  </a:tcPr>
                </a:tc>
                <a:extLst>
                  <a:ext uri="{0D108BD9-81ED-4DB2-BD59-A6C34878D82A}">
                    <a16:rowId xmlns:a16="http://schemas.microsoft.com/office/drawing/2014/main" val="2427435655"/>
                  </a:ext>
                </a:extLst>
              </a:tr>
              <a:tr h="432088">
                <a:tc>
                  <a:txBody>
                    <a:bodyPr/>
                    <a:lstStyle/>
                    <a:p>
                      <a:pPr algn="ctr">
                        <a:buNone/>
                      </a:pPr>
                      <a:r>
                        <a:rPr lang="en-US" sz="1100" dirty="0"/>
                        <a:t>l2_leaf_reg</a:t>
                      </a:r>
                    </a:p>
                  </a:txBody>
                  <a:tcPr marL="56511" marR="56511" marT="28255" marB="28255" anchor="ctr">
                    <a:solidFill>
                      <a:srgbClr val="F4ECF3"/>
                    </a:solidFill>
                  </a:tcPr>
                </a:tc>
                <a:tc>
                  <a:txBody>
                    <a:bodyPr/>
                    <a:lstStyle/>
                    <a:p>
                      <a:pPr algn="ctr">
                        <a:buNone/>
                      </a:pPr>
                      <a:r>
                        <a:rPr lang="en-US" sz="1100" dirty="0"/>
                        <a:t>8</a:t>
                      </a:r>
                    </a:p>
                  </a:txBody>
                  <a:tcPr marL="56511" marR="56511" marT="28255" marB="28255" anchor="ctr">
                    <a:solidFill>
                      <a:srgbClr val="F4ECF3"/>
                    </a:solidFill>
                  </a:tcPr>
                </a:tc>
                <a:tc>
                  <a:txBody>
                    <a:bodyPr/>
                    <a:lstStyle/>
                    <a:p>
                      <a:pPr algn="ctr">
                        <a:buNone/>
                      </a:pPr>
                      <a:r>
                        <a:rPr lang="en-US" sz="1100" dirty="0"/>
                        <a:t>L2 regularization → reduces overfitting</a:t>
                      </a:r>
                    </a:p>
                  </a:txBody>
                  <a:tcPr marL="56511" marR="56511" marT="28255" marB="28255" anchor="ctr">
                    <a:solidFill>
                      <a:srgbClr val="F4ECF3"/>
                    </a:solidFill>
                  </a:tcPr>
                </a:tc>
                <a:extLst>
                  <a:ext uri="{0D108BD9-81ED-4DB2-BD59-A6C34878D82A}">
                    <a16:rowId xmlns:a16="http://schemas.microsoft.com/office/drawing/2014/main" val="1842973238"/>
                  </a:ext>
                </a:extLst>
              </a:tr>
              <a:tr h="246908">
                <a:tc>
                  <a:txBody>
                    <a:bodyPr/>
                    <a:lstStyle/>
                    <a:p>
                      <a:pPr algn="ctr">
                        <a:buNone/>
                      </a:pPr>
                      <a:r>
                        <a:rPr lang="en-US" sz="1100"/>
                        <a:t>loss_function</a:t>
                      </a:r>
                    </a:p>
                  </a:txBody>
                  <a:tcPr marL="56511" marR="56511" marT="28255" marB="28255" anchor="ctr">
                    <a:solidFill>
                      <a:srgbClr val="F4ECF3"/>
                    </a:solidFill>
                  </a:tcPr>
                </a:tc>
                <a:tc>
                  <a:txBody>
                    <a:bodyPr/>
                    <a:lstStyle/>
                    <a:p>
                      <a:pPr algn="ctr">
                        <a:buNone/>
                      </a:pPr>
                      <a:r>
                        <a:rPr lang="en-US" sz="1100" dirty="0"/>
                        <a:t>RMSE</a:t>
                      </a:r>
                    </a:p>
                  </a:txBody>
                  <a:tcPr marL="56511" marR="56511" marT="28255" marB="28255" anchor="ctr">
                    <a:solidFill>
                      <a:srgbClr val="F4ECF3"/>
                    </a:solidFill>
                  </a:tcPr>
                </a:tc>
                <a:tc>
                  <a:txBody>
                    <a:bodyPr/>
                    <a:lstStyle/>
                    <a:p>
                      <a:pPr algn="ctr">
                        <a:buNone/>
                      </a:pPr>
                      <a:r>
                        <a:rPr lang="en-US" sz="1100" dirty="0"/>
                        <a:t>Regression loss function</a:t>
                      </a:r>
                    </a:p>
                  </a:txBody>
                  <a:tcPr marL="56511" marR="56511" marT="28255" marB="28255" anchor="ctr">
                    <a:solidFill>
                      <a:srgbClr val="F4ECF3"/>
                    </a:solidFill>
                  </a:tcPr>
                </a:tc>
                <a:extLst>
                  <a:ext uri="{0D108BD9-81ED-4DB2-BD59-A6C34878D82A}">
                    <a16:rowId xmlns:a16="http://schemas.microsoft.com/office/drawing/2014/main" val="275818125"/>
                  </a:ext>
                </a:extLst>
              </a:tr>
              <a:tr h="432088">
                <a:tc>
                  <a:txBody>
                    <a:bodyPr/>
                    <a:lstStyle/>
                    <a:p>
                      <a:pPr algn="ctr">
                        <a:buNone/>
                      </a:pPr>
                      <a:r>
                        <a:rPr lang="en-US" sz="1100"/>
                        <a:t>bootstrap_type</a:t>
                      </a:r>
                    </a:p>
                  </a:txBody>
                  <a:tcPr marL="56511" marR="56511" marT="28255" marB="28255" anchor="ctr">
                    <a:solidFill>
                      <a:srgbClr val="F4ECF3"/>
                    </a:solidFill>
                  </a:tcPr>
                </a:tc>
                <a:tc>
                  <a:txBody>
                    <a:bodyPr/>
                    <a:lstStyle/>
                    <a:p>
                      <a:pPr algn="ctr">
                        <a:buNone/>
                      </a:pPr>
                      <a:r>
                        <a:rPr lang="en-US" sz="1100" dirty="0"/>
                        <a:t>Bernoulli</a:t>
                      </a:r>
                    </a:p>
                  </a:txBody>
                  <a:tcPr marL="56511" marR="56511" marT="28255" marB="28255" anchor="ctr">
                    <a:solidFill>
                      <a:srgbClr val="F4ECF3"/>
                    </a:solidFill>
                  </a:tcPr>
                </a:tc>
                <a:tc>
                  <a:txBody>
                    <a:bodyPr/>
                    <a:lstStyle/>
                    <a:p>
                      <a:pPr algn="ctr">
                        <a:buNone/>
                      </a:pPr>
                      <a:r>
                        <a:rPr lang="en-US" sz="1100" dirty="0"/>
                        <a:t>Random row sampling for each tree</a:t>
                      </a:r>
                    </a:p>
                  </a:txBody>
                  <a:tcPr marL="56511" marR="56511" marT="28255" marB="28255" anchor="ctr">
                    <a:solidFill>
                      <a:srgbClr val="F4ECF3"/>
                    </a:solidFill>
                  </a:tcPr>
                </a:tc>
                <a:extLst>
                  <a:ext uri="{0D108BD9-81ED-4DB2-BD59-A6C34878D82A}">
                    <a16:rowId xmlns:a16="http://schemas.microsoft.com/office/drawing/2014/main" val="3161129207"/>
                  </a:ext>
                </a:extLst>
              </a:tr>
              <a:tr h="246908">
                <a:tc>
                  <a:txBody>
                    <a:bodyPr/>
                    <a:lstStyle/>
                    <a:p>
                      <a:pPr algn="ctr">
                        <a:buNone/>
                      </a:pPr>
                      <a:r>
                        <a:rPr lang="en-US" sz="1100"/>
                        <a:t>subsample</a:t>
                      </a:r>
                    </a:p>
                  </a:txBody>
                  <a:tcPr marL="56511" marR="56511" marT="28255" marB="28255" anchor="ctr">
                    <a:solidFill>
                      <a:srgbClr val="F4ECF3"/>
                    </a:solidFill>
                  </a:tcPr>
                </a:tc>
                <a:tc>
                  <a:txBody>
                    <a:bodyPr/>
                    <a:lstStyle/>
                    <a:p>
                      <a:pPr algn="ctr">
                        <a:buNone/>
                      </a:pPr>
                      <a:r>
                        <a:rPr lang="en-US" sz="1100" dirty="0"/>
                        <a:t>0.85</a:t>
                      </a:r>
                    </a:p>
                  </a:txBody>
                  <a:tcPr marL="56511" marR="56511" marT="28255" marB="28255" anchor="ctr">
                    <a:solidFill>
                      <a:srgbClr val="F4ECF3"/>
                    </a:solidFill>
                  </a:tcPr>
                </a:tc>
                <a:tc>
                  <a:txBody>
                    <a:bodyPr/>
                    <a:lstStyle/>
                    <a:p>
                      <a:pPr algn="ctr">
                        <a:buNone/>
                      </a:pPr>
                      <a:r>
                        <a:rPr lang="en-US" sz="1100" dirty="0"/>
                        <a:t>Uses 85% of samples per tree</a:t>
                      </a:r>
                    </a:p>
                  </a:txBody>
                  <a:tcPr marL="56511" marR="56511" marT="28255" marB="28255" anchor="ctr">
                    <a:solidFill>
                      <a:srgbClr val="F4ECF3"/>
                    </a:solidFill>
                  </a:tcPr>
                </a:tc>
                <a:extLst>
                  <a:ext uri="{0D108BD9-81ED-4DB2-BD59-A6C34878D82A}">
                    <a16:rowId xmlns:a16="http://schemas.microsoft.com/office/drawing/2014/main" val="119045674"/>
                  </a:ext>
                </a:extLst>
              </a:tr>
              <a:tr h="432088">
                <a:tc>
                  <a:txBody>
                    <a:bodyPr/>
                    <a:lstStyle/>
                    <a:p>
                      <a:pPr algn="ctr">
                        <a:buNone/>
                      </a:pPr>
                      <a:r>
                        <a:rPr lang="en-US" sz="1100"/>
                        <a:t>random_strength</a:t>
                      </a:r>
                    </a:p>
                  </a:txBody>
                  <a:tcPr marL="56511" marR="56511" marT="28255" marB="28255" anchor="ctr">
                    <a:solidFill>
                      <a:srgbClr val="F4ECF3"/>
                    </a:solidFill>
                  </a:tcPr>
                </a:tc>
                <a:tc>
                  <a:txBody>
                    <a:bodyPr/>
                    <a:lstStyle/>
                    <a:p>
                      <a:pPr algn="ctr">
                        <a:buNone/>
                      </a:pPr>
                      <a:r>
                        <a:rPr lang="en-US" sz="1100" dirty="0"/>
                        <a:t>1.0</a:t>
                      </a:r>
                    </a:p>
                  </a:txBody>
                  <a:tcPr marL="56511" marR="56511" marT="28255" marB="28255" anchor="ctr">
                    <a:solidFill>
                      <a:srgbClr val="F4ECF3"/>
                    </a:solidFill>
                  </a:tcPr>
                </a:tc>
                <a:tc>
                  <a:txBody>
                    <a:bodyPr/>
                    <a:lstStyle/>
                    <a:p>
                      <a:pPr algn="ctr">
                        <a:buNone/>
                      </a:pPr>
                      <a:r>
                        <a:rPr lang="en-US" sz="1100" dirty="0"/>
                        <a:t>Adds randomness to split selection</a:t>
                      </a:r>
                    </a:p>
                  </a:txBody>
                  <a:tcPr marL="56511" marR="56511" marT="28255" marB="28255" anchor="ctr">
                    <a:solidFill>
                      <a:srgbClr val="F4ECF3"/>
                    </a:solidFill>
                  </a:tcPr>
                </a:tc>
                <a:extLst>
                  <a:ext uri="{0D108BD9-81ED-4DB2-BD59-A6C34878D82A}">
                    <a16:rowId xmlns:a16="http://schemas.microsoft.com/office/drawing/2014/main" val="3590940507"/>
                  </a:ext>
                </a:extLst>
              </a:tr>
              <a:tr h="432088">
                <a:tc>
                  <a:txBody>
                    <a:bodyPr/>
                    <a:lstStyle/>
                    <a:p>
                      <a:pPr algn="ctr">
                        <a:buNone/>
                      </a:pPr>
                      <a:r>
                        <a:rPr lang="en-US" sz="1100"/>
                        <a:t>min_data_in_leaf</a:t>
                      </a:r>
                    </a:p>
                  </a:txBody>
                  <a:tcPr marL="56511" marR="56511" marT="28255" marB="28255" anchor="ctr">
                    <a:solidFill>
                      <a:srgbClr val="F4ECF3"/>
                    </a:solidFill>
                  </a:tcPr>
                </a:tc>
                <a:tc>
                  <a:txBody>
                    <a:bodyPr/>
                    <a:lstStyle/>
                    <a:p>
                      <a:pPr algn="ctr">
                        <a:buNone/>
                      </a:pPr>
                      <a:r>
                        <a:rPr lang="en-US" sz="1100" dirty="0"/>
                        <a:t>5</a:t>
                      </a:r>
                    </a:p>
                  </a:txBody>
                  <a:tcPr marL="56511" marR="56511" marT="28255" marB="28255" anchor="ctr">
                    <a:solidFill>
                      <a:srgbClr val="F4ECF3"/>
                    </a:solidFill>
                  </a:tcPr>
                </a:tc>
                <a:tc>
                  <a:txBody>
                    <a:bodyPr/>
                    <a:lstStyle/>
                    <a:p>
                      <a:pPr algn="ctr">
                        <a:buNone/>
                      </a:pPr>
                      <a:r>
                        <a:rPr lang="en-US" sz="1100" dirty="0"/>
                        <a:t>Minimum samples allowed in a leaf</a:t>
                      </a:r>
                    </a:p>
                  </a:txBody>
                  <a:tcPr marL="56511" marR="56511" marT="28255" marB="28255" anchor="ctr">
                    <a:solidFill>
                      <a:srgbClr val="F4ECF3"/>
                    </a:solidFill>
                  </a:tcPr>
                </a:tc>
                <a:extLst>
                  <a:ext uri="{0D108BD9-81ED-4DB2-BD59-A6C34878D82A}">
                    <a16:rowId xmlns:a16="http://schemas.microsoft.com/office/drawing/2014/main" val="834334424"/>
                  </a:ext>
                </a:extLst>
              </a:tr>
              <a:tr h="432088">
                <a:tc>
                  <a:txBody>
                    <a:bodyPr/>
                    <a:lstStyle/>
                    <a:p>
                      <a:pPr algn="ctr">
                        <a:buNone/>
                      </a:pPr>
                      <a:r>
                        <a:rPr lang="en-US" sz="1100"/>
                        <a:t>border_count</a:t>
                      </a:r>
                    </a:p>
                  </a:txBody>
                  <a:tcPr marL="56511" marR="56511" marT="28255" marB="28255" anchor="ctr">
                    <a:solidFill>
                      <a:srgbClr val="F4ECF3"/>
                    </a:solidFill>
                  </a:tcPr>
                </a:tc>
                <a:tc>
                  <a:txBody>
                    <a:bodyPr/>
                    <a:lstStyle/>
                    <a:p>
                      <a:pPr algn="ctr">
                        <a:buNone/>
                      </a:pPr>
                      <a:r>
                        <a:rPr lang="en-US" sz="1100"/>
                        <a:t>128</a:t>
                      </a:r>
                    </a:p>
                  </a:txBody>
                  <a:tcPr marL="56511" marR="56511" marT="28255" marB="28255" anchor="ctr">
                    <a:solidFill>
                      <a:srgbClr val="F4ECF3"/>
                    </a:solidFill>
                  </a:tcPr>
                </a:tc>
                <a:tc>
                  <a:txBody>
                    <a:bodyPr/>
                    <a:lstStyle/>
                    <a:p>
                      <a:pPr algn="ctr">
                        <a:buNone/>
                      </a:pPr>
                      <a:r>
                        <a:rPr lang="en-US" sz="1100" dirty="0"/>
                        <a:t>Number of bins for numerical features</a:t>
                      </a:r>
                    </a:p>
                  </a:txBody>
                  <a:tcPr marL="56511" marR="56511" marT="28255" marB="28255" anchor="ctr">
                    <a:solidFill>
                      <a:srgbClr val="F4ECF3"/>
                    </a:solidFill>
                  </a:tcPr>
                </a:tc>
                <a:extLst>
                  <a:ext uri="{0D108BD9-81ED-4DB2-BD59-A6C34878D82A}">
                    <a16:rowId xmlns:a16="http://schemas.microsoft.com/office/drawing/2014/main" val="1579319634"/>
                  </a:ext>
                </a:extLst>
              </a:tr>
              <a:tr h="246908">
                <a:tc>
                  <a:txBody>
                    <a:bodyPr/>
                    <a:lstStyle/>
                    <a:p>
                      <a:pPr algn="ctr">
                        <a:buNone/>
                      </a:pPr>
                      <a:r>
                        <a:rPr lang="en-US" sz="1100"/>
                        <a:t>thread_count</a:t>
                      </a:r>
                    </a:p>
                  </a:txBody>
                  <a:tcPr marL="56511" marR="56511" marT="28255" marB="28255" anchor="ctr">
                    <a:solidFill>
                      <a:srgbClr val="F4ECF3"/>
                    </a:solidFill>
                  </a:tcPr>
                </a:tc>
                <a:tc>
                  <a:txBody>
                    <a:bodyPr/>
                    <a:lstStyle/>
                    <a:p>
                      <a:pPr algn="ctr">
                        <a:buNone/>
                      </a:pPr>
                      <a:r>
                        <a:rPr lang="en-US" sz="1100"/>
                        <a:t>-1</a:t>
                      </a:r>
                    </a:p>
                  </a:txBody>
                  <a:tcPr marL="56511" marR="56511" marT="28255" marB="28255" anchor="ctr">
                    <a:solidFill>
                      <a:srgbClr val="F4ECF3"/>
                    </a:solidFill>
                  </a:tcPr>
                </a:tc>
                <a:tc>
                  <a:txBody>
                    <a:bodyPr/>
                    <a:lstStyle/>
                    <a:p>
                      <a:pPr algn="ctr">
                        <a:buNone/>
                      </a:pPr>
                      <a:r>
                        <a:rPr lang="en-US" sz="1100" dirty="0"/>
                        <a:t>Uses all available CPU threads</a:t>
                      </a:r>
                    </a:p>
                  </a:txBody>
                  <a:tcPr marL="56511" marR="56511" marT="28255" marB="28255" anchor="ctr">
                    <a:solidFill>
                      <a:srgbClr val="F4ECF3"/>
                    </a:solidFill>
                  </a:tcPr>
                </a:tc>
                <a:extLst>
                  <a:ext uri="{0D108BD9-81ED-4DB2-BD59-A6C34878D82A}">
                    <a16:rowId xmlns:a16="http://schemas.microsoft.com/office/drawing/2014/main" val="392148486"/>
                  </a:ext>
                </a:extLst>
              </a:tr>
              <a:tr h="246908">
                <a:tc>
                  <a:txBody>
                    <a:bodyPr/>
                    <a:lstStyle/>
                    <a:p>
                      <a:pPr algn="ctr">
                        <a:buNone/>
                      </a:pPr>
                      <a:r>
                        <a:rPr lang="en-US" sz="1100"/>
                        <a:t>random_seed</a:t>
                      </a:r>
                    </a:p>
                  </a:txBody>
                  <a:tcPr marL="56511" marR="56511" marT="28255" marB="28255" anchor="ctr">
                    <a:solidFill>
                      <a:srgbClr val="F4ECF3"/>
                    </a:solidFill>
                  </a:tcPr>
                </a:tc>
                <a:tc>
                  <a:txBody>
                    <a:bodyPr/>
                    <a:lstStyle/>
                    <a:p>
                      <a:pPr algn="ctr">
                        <a:buNone/>
                      </a:pPr>
                      <a:r>
                        <a:rPr lang="en-US" sz="1100"/>
                        <a:t>42</a:t>
                      </a:r>
                    </a:p>
                  </a:txBody>
                  <a:tcPr marL="56511" marR="56511" marT="28255" marB="28255" anchor="ctr">
                    <a:solidFill>
                      <a:srgbClr val="F4ECF3"/>
                    </a:solidFill>
                  </a:tcPr>
                </a:tc>
                <a:tc>
                  <a:txBody>
                    <a:bodyPr/>
                    <a:lstStyle/>
                    <a:p>
                      <a:pPr algn="ctr">
                        <a:buNone/>
                      </a:pPr>
                      <a:r>
                        <a:rPr lang="en-US" sz="1100" dirty="0"/>
                        <a:t>Ensures reproducible results</a:t>
                      </a:r>
                    </a:p>
                  </a:txBody>
                  <a:tcPr marL="56511" marR="56511" marT="28255" marB="28255" anchor="ctr">
                    <a:solidFill>
                      <a:srgbClr val="F4ECF3"/>
                    </a:solidFill>
                  </a:tcPr>
                </a:tc>
                <a:extLst>
                  <a:ext uri="{0D108BD9-81ED-4DB2-BD59-A6C34878D82A}">
                    <a16:rowId xmlns:a16="http://schemas.microsoft.com/office/drawing/2014/main" val="3827767083"/>
                  </a:ext>
                </a:extLst>
              </a:tr>
              <a:tr h="246908">
                <a:tc>
                  <a:txBody>
                    <a:bodyPr/>
                    <a:lstStyle/>
                    <a:p>
                      <a:pPr algn="ctr">
                        <a:buNone/>
                      </a:pPr>
                      <a:r>
                        <a:rPr lang="en-US" sz="1100"/>
                        <a:t>verbose</a:t>
                      </a:r>
                    </a:p>
                  </a:txBody>
                  <a:tcPr marL="56511" marR="56511" marT="28255" marB="28255" anchor="ctr">
                    <a:solidFill>
                      <a:srgbClr val="F4ECF3"/>
                    </a:solidFill>
                  </a:tcPr>
                </a:tc>
                <a:tc>
                  <a:txBody>
                    <a:bodyPr/>
                    <a:lstStyle/>
                    <a:p>
                      <a:pPr algn="ctr">
                        <a:buNone/>
                      </a:pPr>
                      <a:r>
                        <a:rPr lang="en-US" sz="1100"/>
                        <a:t>False</a:t>
                      </a:r>
                    </a:p>
                  </a:txBody>
                  <a:tcPr marL="56511" marR="56511" marT="28255" marB="28255" anchor="ctr">
                    <a:solidFill>
                      <a:srgbClr val="F4ECF3"/>
                    </a:solidFill>
                  </a:tcPr>
                </a:tc>
                <a:tc>
                  <a:txBody>
                    <a:bodyPr/>
                    <a:lstStyle/>
                    <a:p>
                      <a:pPr algn="ctr">
                        <a:buNone/>
                      </a:pPr>
                      <a:r>
                        <a:rPr lang="en-US" sz="1100" dirty="0"/>
                        <a:t>Hides training output</a:t>
                      </a:r>
                    </a:p>
                  </a:txBody>
                  <a:tcPr marL="56511" marR="56511" marT="28255" marB="28255" anchor="ctr">
                    <a:solidFill>
                      <a:srgbClr val="F4ECF3"/>
                    </a:solidFill>
                  </a:tcPr>
                </a:tc>
                <a:extLst>
                  <a:ext uri="{0D108BD9-81ED-4DB2-BD59-A6C34878D82A}">
                    <a16:rowId xmlns:a16="http://schemas.microsoft.com/office/drawing/2014/main" val="2187957308"/>
                  </a:ext>
                </a:extLst>
              </a:tr>
            </a:tbl>
          </a:graphicData>
        </a:graphic>
      </p:graphicFrame>
      <p:sp>
        <p:nvSpPr>
          <p:cNvPr id="6" name="TextBox 5">
            <a:extLst>
              <a:ext uri="{FF2B5EF4-FFF2-40B4-BE49-F238E27FC236}">
                <a16:creationId xmlns:a16="http://schemas.microsoft.com/office/drawing/2014/main" id="{76BB4308-E4CA-E144-0128-1B7ABC8F63E9}"/>
              </a:ext>
            </a:extLst>
          </p:cNvPr>
          <p:cNvSpPr txBox="1"/>
          <p:nvPr/>
        </p:nvSpPr>
        <p:spPr>
          <a:xfrm>
            <a:off x="1802330" y="596184"/>
            <a:ext cx="10026650" cy="830997"/>
          </a:xfrm>
          <a:prstGeom prst="rect">
            <a:avLst/>
          </a:prstGeom>
          <a:noFill/>
        </p:spPr>
        <p:txBody>
          <a:bodyPr wrap="square">
            <a:spAutoFit/>
          </a:bodyPr>
          <a:lstStyle/>
          <a:p>
            <a:r>
              <a:rPr lang="en-US" sz="4800" dirty="0" err="1">
                <a:latin typeface="Andalus" panose="02020603050405020304" pitchFamily="18" charset="-78"/>
                <a:cs typeface="Andalus" panose="02020603050405020304" pitchFamily="18" charset="-78"/>
              </a:rPr>
              <a:t>Catboost</a:t>
            </a:r>
            <a:r>
              <a:rPr lang="en-US" sz="4800" dirty="0">
                <a:latin typeface="Andalus" panose="02020603050405020304" pitchFamily="18" charset="-78"/>
                <a:cs typeface="Andalus" panose="02020603050405020304" pitchFamily="18" charset="-78"/>
              </a:rPr>
              <a:t> parameters</a:t>
            </a:r>
          </a:p>
        </p:txBody>
      </p:sp>
    </p:spTree>
    <p:extLst>
      <p:ext uri="{BB962C8B-B14F-4D97-AF65-F5344CB8AC3E}">
        <p14:creationId xmlns:p14="http://schemas.microsoft.com/office/powerpoint/2010/main" val="33982429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718E7-45ED-64A8-F14E-65E87EBE7EB6}"/>
            </a:ext>
          </a:extLst>
        </p:cNvPr>
        <p:cNvGrpSpPr/>
        <p:nvPr/>
      </p:nvGrpSpPr>
      <p:grpSpPr>
        <a:xfrm>
          <a:off x="0" y="0"/>
          <a:ext cx="0" cy="0"/>
          <a:chOff x="0" y="0"/>
          <a:chExt cx="0" cy="0"/>
        </a:xfrm>
      </p:grpSpPr>
      <p:pic>
        <p:nvPicPr>
          <p:cNvPr id="3" name="Picture 2" descr="A red ball with a white play button&#10;&#10;AI-generated content may be incorrect.">
            <a:extLst>
              <a:ext uri="{FF2B5EF4-FFF2-40B4-BE49-F238E27FC236}">
                <a16:creationId xmlns:a16="http://schemas.microsoft.com/office/drawing/2014/main" id="{68B9612C-911E-D716-06ED-97C0F2DA0ED0}"/>
              </a:ext>
            </a:extLst>
          </p:cNvPr>
          <p:cNvPicPr>
            <a:picLocks noChangeAspect="1"/>
          </p:cNvPicPr>
          <p:nvPr/>
        </p:nvPicPr>
        <p:blipFill>
          <a:blip r:embed="rId2">
            <a:extLst>
              <a:ext uri="{28A0092B-C50C-407E-A947-70E740481C1C}">
                <a14:useLocalDpi xmlns:a14="http://schemas.microsoft.com/office/drawing/2010/main" val="0"/>
              </a:ext>
            </a:extLst>
          </a:blip>
          <a:srcRect l="12432"/>
          <a:stretch/>
        </p:blipFill>
        <p:spPr>
          <a:xfrm rot="20295806">
            <a:off x="5198301" y="3847250"/>
            <a:ext cx="5945961" cy="6799851"/>
          </a:xfrm>
          <a:prstGeom prst="rect">
            <a:avLst/>
          </a:prstGeom>
        </p:spPr>
      </p:pic>
      <p:pic>
        <p:nvPicPr>
          <p:cNvPr id="7" name="Picture 6" descr="A colorful logo on a black background&#10;&#10;AI-generated content may be incorrect.">
            <a:extLst>
              <a:ext uri="{FF2B5EF4-FFF2-40B4-BE49-F238E27FC236}">
                <a16:creationId xmlns:a16="http://schemas.microsoft.com/office/drawing/2014/main" id="{CF7453EC-3E3B-419A-083F-CE8107BA9BA8}"/>
              </a:ext>
            </a:extLst>
          </p:cNvPr>
          <p:cNvPicPr>
            <a:picLocks noChangeAspect="1"/>
          </p:cNvPicPr>
          <p:nvPr/>
        </p:nvPicPr>
        <p:blipFill>
          <a:blip r:embed="rId3">
            <a:extLst>
              <a:ext uri="{28A0092B-C50C-407E-A947-70E740481C1C}">
                <a14:useLocalDpi xmlns:a14="http://schemas.microsoft.com/office/drawing/2010/main" val="0"/>
              </a:ext>
            </a:extLst>
          </a:blip>
          <a:srcRect l="-1363" t="-1565" r="1363" b="15850"/>
          <a:stretch/>
        </p:blipFill>
        <p:spPr>
          <a:xfrm rot="17897129">
            <a:off x="6680362" y="2740812"/>
            <a:ext cx="7315790" cy="6270712"/>
          </a:xfrm>
          <a:prstGeom prst="rect">
            <a:avLst/>
          </a:prstGeom>
        </p:spPr>
      </p:pic>
      <p:sp>
        <p:nvSpPr>
          <p:cNvPr id="5" name="TextBox 4">
            <a:extLst>
              <a:ext uri="{FF2B5EF4-FFF2-40B4-BE49-F238E27FC236}">
                <a16:creationId xmlns:a16="http://schemas.microsoft.com/office/drawing/2014/main" id="{7A33C0E8-4054-67E2-56CA-A3914EBBA217}"/>
              </a:ext>
            </a:extLst>
          </p:cNvPr>
          <p:cNvSpPr txBox="1"/>
          <p:nvPr/>
        </p:nvSpPr>
        <p:spPr>
          <a:xfrm>
            <a:off x="1509972" y="1169299"/>
            <a:ext cx="10616664" cy="1015663"/>
          </a:xfrm>
          <a:prstGeom prst="rect">
            <a:avLst/>
          </a:prstGeom>
          <a:noFill/>
        </p:spPr>
        <p:txBody>
          <a:bodyPr wrap="square">
            <a:spAutoFit/>
          </a:bodyPr>
          <a:lstStyle/>
          <a:p>
            <a:pPr marL="285750" indent="-285750">
              <a:buFont typeface="Arial" panose="020B0604020202020204" pitchFamily="34" charset="0"/>
              <a:buChar char="•"/>
            </a:pPr>
            <a:r>
              <a:rPr lang="en-US" sz="2000" b="1" dirty="0">
                <a:latin typeface="Andalus" panose="02020603050405020304" pitchFamily="18" charset="-78"/>
                <a:cs typeface="Andalus" panose="02020603050405020304" pitchFamily="18" charset="-78"/>
              </a:rPr>
              <a:t> Target Transformation</a:t>
            </a:r>
          </a:p>
          <a:p>
            <a:pPr lvl="0"/>
            <a:r>
              <a:rPr lang="en-US" sz="2000" dirty="0" err="1">
                <a:latin typeface="Andalus" panose="02020603050405020304" pitchFamily="18" charset="-78"/>
                <a:cs typeface="Andalus" panose="02020603050405020304" pitchFamily="18" charset="-78"/>
              </a:rPr>
              <a:t>product_sales</a:t>
            </a:r>
            <a:r>
              <a:rPr lang="en-US" sz="2000" dirty="0">
                <a:latin typeface="Andalus" panose="02020603050405020304" pitchFamily="18" charset="-78"/>
                <a:cs typeface="Andalus" panose="02020603050405020304" pitchFamily="18" charset="-78"/>
              </a:rPr>
              <a:t> was transformed using Log Transformation on the training data.</a:t>
            </a:r>
          </a:p>
          <a:p>
            <a:pPr lvl="0"/>
            <a:r>
              <a:rPr lang="en-US" sz="2000" dirty="0">
                <a:latin typeface="Andalus" panose="02020603050405020304" pitchFamily="18" charset="-78"/>
                <a:cs typeface="Andalus" panose="02020603050405020304" pitchFamily="18" charset="-78"/>
              </a:rPr>
              <a:t>Reduce the skewness of the target distribution.</a:t>
            </a:r>
          </a:p>
        </p:txBody>
      </p:sp>
      <p:sp>
        <p:nvSpPr>
          <p:cNvPr id="9" name="TextBox 8">
            <a:extLst>
              <a:ext uri="{FF2B5EF4-FFF2-40B4-BE49-F238E27FC236}">
                <a16:creationId xmlns:a16="http://schemas.microsoft.com/office/drawing/2014/main" id="{D88FD3C5-DE80-6337-8A34-A19668EE10B7}"/>
              </a:ext>
            </a:extLst>
          </p:cNvPr>
          <p:cNvSpPr txBox="1"/>
          <p:nvPr/>
        </p:nvSpPr>
        <p:spPr>
          <a:xfrm>
            <a:off x="1446472" y="2357611"/>
            <a:ext cx="7602278" cy="2677656"/>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Andalus" panose="02020603050405020304" pitchFamily="18" charset="-78"/>
                <a:cs typeface="Andalus" panose="02020603050405020304" pitchFamily="18" charset="-78"/>
              </a:rPr>
              <a:t>Fold Stratified Cross-Validation</a:t>
            </a:r>
          </a:p>
          <a:p>
            <a:pPr>
              <a:buNone/>
            </a:pPr>
            <a:r>
              <a:rPr lang="en-US" sz="2400" dirty="0">
                <a:latin typeface="Andalus" panose="02020603050405020304" pitchFamily="18" charset="-78"/>
                <a:cs typeface="Andalus" panose="02020603050405020304" pitchFamily="18" charset="-78"/>
              </a:rPr>
              <a:t>A 10-Fold Stratified Cross-Validation strategy was applied to the training data For each fold Training Data (80%):</a:t>
            </a:r>
          </a:p>
          <a:p>
            <a:pPr marL="342900" indent="-342900">
              <a:buFont typeface="Courier New" panose="02070309020205020404" pitchFamily="49" charset="0"/>
              <a:buChar char="o"/>
            </a:pPr>
            <a:r>
              <a:rPr lang="en-US" sz="2400" dirty="0">
                <a:latin typeface="Andalus" panose="02020603050405020304" pitchFamily="18" charset="-78"/>
                <a:cs typeface="Andalus" panose="02020603050405020304" pitchFamily="18" charset="-78"/>
              </a:rPr>
              <a:t>90% of the training data was used to train </a:t>
            </a:r>
            <a:r>
              <a:rPr lang="en-US" sz="2400" dirty="0" err="1">
                <a:latin typeface="Andalus" panose="02020603050405020304" pitchFamily="18" charset="-78"/>
                <a:cs typeface="Andalus" panose="02020603050405020304" pitchFamily="18" charset="-78"/>
              </a:rPr>
              <a:t>CatBoost</a:t>
            </a:r>
            <a:r>
              <a:rPr lang="en-US" sz="2400" dirty="0">
                <a:latin typeface="Andalus" panose="02020603050405020304" pitchFamily="18" charset="-78"/>
                <a:cs typeface="Andalus" panose="02020603050405020304" pitchFamily="18" charset="-78"/>
              </a:rPr>
              <a:t>. </a:t>
            </a:r>
          </a:p>
          <a:p>
            <a:pPr marL="342900" lvl="0" indent="-342900">
              <a:buFont typeface="Courier New" panose="02070309020205020404" pitchFamily="49" charset="0"/>
              <a:buChar char="o"/>
            </a:pPr>
            <a:r>
              <a:rPr lang="en-US" sz="2400" dirty="0">
                <a:latin typeface="Andalus" panose="02020603050405020304" pitchFamily="18" charset="-78"/>
                <a:cs typeface="Andalus" panose="02020603050405020304" pitchFamily="18" charset="-78"/>
              </a:rPr>
              <a:t>10% was used for validation. </a:t>
            </a:r>
          </a:p>
          <a:p>
            <a:pPr lvl="0"/>
            <a:r>
              <a:rPr lang="en-US" sz="2400" dirty="0">
                <a:latin typeface="Andalus" panose="02020603050405020304" pitchFamily="18" charset="-78"/>
                <a:cs typeface="Andalus" panose="02020603050405020304" pitchFamily="18" charset="-78"/>
              </a:rPr>
              <a:t>The process was repeated 10 times, allowing every training sample to be used for validation once.</a:t>
            </a:r>
          </a:p>
        </p:txBody>
      </p:sp>
      <p:pic>
        <p:nvPicPr>
          <p:cNvPr id="4" name="Picture 3">
            <a:extLst>
              <a:ext uri="{FF2B5EF4-FFF2-40B4-BE49-F238E27FC236}">
                <a16:creationId xmlns:a16="http://schemas.microsoft.com/office/drawing/2014/main" id="{A14A7FCB-B1AC-870C-C8DF-B5E94F2D37D8}"/>
              </a:ext>
            </a:extLst>
          </p:cNvPr>
          <p:cNvPicPr>
            <a:picLocks noChangeAspect="1"/>
          </p:cNvPicPr>
          <p:nvPr/>
        </p:nvPicPr>
        <p:blipFill>
          <a:blip r:embed="rId4"/>
          <a:stretch>
            <a:fillRect/>
          </a:stretch>
        </p:blipFill>
        <p:spPr>
          <a:xfrm>
            <a:off x="721038" y="5124322"/>
            <a:ext cx="2850803" cy="1644694"/>
          </a:xfrm>
          <a:prstGeom prst="rect">
            <a:avLst/>
          </a:prstGeom>
        </p:spPr>
      </p:pic>
    </p:spTree>
    <p:extLst>
      <p:ext uri="{BB962C8B-B14F-4D97-AF65-F5344CB8AC3E}">
        <p14:creationId xmlns:p14="http://schemas.microsoft.com/office/powerpoint/2010/main" val="35321919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AA773-BF9D-FD6D-4175-BC1E3FE50EA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3233CA8-ED11-60CD-6E5A-48E0E6F1AB26}"/>
              </a:ext>
            </a:extLst>
          </p:cNvPr>
          <p:cNvPicPr>
            <a:picLocks noChangeAspect="1"/>
          </p:cNvPicPr>
          <p:nvPr/>
        </p:nvPicPr>
        <p:blipFill>
          <a:blip r:embed="rId2"/>
          <a:stretch>
            <a:fillRect/>
          </a:stretch>
        </p:blipFill>
        <p:spPr>
          <a:xfrm>
            <a:off x="6818304" y="1237372"/>
            <a:ext cx="3603313" cy="5404970"/>
          </a:xfrm>
          <a:prstGeom prst="rect">
            <a:avLst/>
          </a:prstGeom>
        </p:spPr>
      </p:pic>
      <p:pic>
        <p:nvPicPr>
          <p:cNvPr id="3" name="Picture 2" descr="A red ball with a white play button&#10;&#10;AI-generated content may be incorrect.">
            <a:extLst>
              <a:ext uri="{FF2B5EF4-FFF2-40B4-BE49-F238E27FC236}">
                <a16:creationId xmlns:a16="http://schemas.microsoft.com/office/drawing/2014/main" id="{3F5ACF52-F7DB-C21C-8A97-9A2F82384FB1}"/>
              </a:ext>
            </a:extLst>
          </p:cNvPr>
          <p:cNvPicPr>
            <a:picLocks noChangeAspect="1"/>
          </p:cNvPicPr>
          <p:nvPr/>
        </p:nvPicPr>
        <p:blipFill>
          <a:blip r:embed="rId3">
            <a:extLst>
              <a:ext uri="{28A0092B-C50C-407E-A947-70E740481C1C}">
                <a14:useLocalDpi xmlns:a14="http://schemas.microsoft.com/office/drawing/2010/main" val="0"/>
              </a:ext>
            </a:extLst>
          </a:blip>
          <a:srcRect l="12432"/>
          <a:stretch/>
        </p:blipFill>
        <p:spPr>
          <a:xfrm rot="20295806">
            <a:off x="10217508" y="-801115"/>
            <a:ext cx="5945961" cy="6799851"/>
          </a:xfrm>
          <a:prstGeom prst="rect">
            <a:avLst/>
          </a:prstGeom>
        </p:spPr>
      </p:pic>
      <p:pic>
        <p:nvPicPr>
          <p:cNvPr id="7" name="Picture 6" descr="A colorful logo on a black background&#10;&#10;AI-generated content may be incorrect.">
            <a:extLst>
              <a:ext uri="{FF2B5EF4-FFF2-40B4-BE49-F238E27FC236}">
                <a16:creationId xmlns:a16="http://schemas.microsoft.com/office/drawing/2014/main" id="{0A76B46C-D99A-A85D-DB1F-00D2927CA192}"/>
              </a:ext>
            </a:extLst>
          </p:cNvPr>
          <p:cNvPicPr>
            <a:picLocks noChangeAspect="1"/>
          </p:cNvPicPr>
          <p:nvPr/>
        </p:nvPicPr>
        <p:blipFill>
          <a:blip r:embed="rId4">
            <a:extLst>
              <a:ext uri="{28A0092B-C50C-407E-A947-70E740481C1C}">
                <a14:useLocalDpi xmlns:a14="http://schemas.microsoft.com/office/drawing/2010/main" val="0"/>
              </a:ext>
            </a:extLst>
          </a:blip>
          <a:srcRect l="-1363" t="-1565" r="1363" b="15850"/>
          <a:stretch/>
        </p:blipFill>
        <p:spPr>
          <a:xfrm rot="17930855">
            <a:off x="8354595" y="-1537668"/>
            <a:ext cx="4887811" cy="4189576"/>
          </a:xfrm>
          <a:prstGeom prst="rect">
            <a:avLst/>
          </a:prstGeom>
        </p:spPr>
      </p:pic>
      <p:sp>
        <p:nvSpPr>
          <p:cNvPr id="5" name="TextBox 4">
            <a:extLst>
              <a:ext uri="{FF2B5EF4-FFF2-40B4-BE49-F238E27FC236}">
                <a16:creationId xmlns:a16="http://schemas.microsoft.com/office/drawing/2014/main" id="{E2FCA7E9-2E78-ED65-45D6-26344D2B38D8}"/>
              </a:ext>
            </a:extLst>
          </p:cNvPr>
          <p:cNvSpPr txBox="1"/>
          <p:nvPr/>
        </p:nvSpPr>
        <p:spPr>
          <a:xfrm>
            <a:off x="1509972" y="3257981"/>
            <a:ext cx="10616664" cy="769441"/>
          </a:xfrm>
          <a:prstGeom prst="rect">
            <a:avLst/>
          </a:prstGeom>
          <a:noFill/>
        </p:spPr>
        <p:txBody>
          <a:bodyPr wrap="square">
            <a:spAutoFit/>
          </a:bodyPr>
          <a:lstStyle/>
          <a:p>
            <a:pPr marL="285750" indent="-285750">
              <a:buFont typeface="Arial" panose="020B0604020202020204" pitchFamily="34" charset="0"/>
              <a:buChar char="•"/>
            </a:pPr>
            <a:r>
              <a:rPr lang="en-US" sz="4400" dirty="0">
                <a:latin typeface="Andalus" panose="02020603050405020304" pitchFamily="18" charset="-78"/>
                <a:cs typeface="Andalus" panose="02020603050405020304" pitchFamily="18" charset="-78"/>
              </a:rPr>
              <a:t> Model Evaluation</a:t>
            </a:r>
          </a:p>
        </p:txBody>
      </p:sp>
    </p:spTree>
    <p:extLst>
      <p:ext uri="{BB962C8B-B14F-4D97-AF65-F5344CB8AC3E}">
        <p14:creationId xmlns:p14="http://schemas.microsoft.com/office/powerpoint/2010/main" val="21861504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F6A5F-83CC-C3CB-558E-730C460FD706}"/>
            </a:ext>
          </a:extLst>
        </p:cNvPr>
        <p:cNvGrpSpPr/>
        <p:nvPr/>
      </p:nvGrpSpPr>
      <p:grpSpPr>
        <a:xfrm>
          <a:off x="0" y="0"/>
          <a:ext cx="0" cy="0"/>
          <a:chOff x="0" y="0"/>
          <a:chExt cx="0" cy="0"/>
        </a:xfrm>
      </p:grpSpPr>
      <p:pic>
        <p:nvPicPr>
          <p:cNvPr id="3" name="Picture 2" descr="A red ball with a white play button&#10;&#10;AI-generated content may be incorrect.">
            <a:extLst>
              <a:ext uri="{FF2B5EF4-FFF2-40B4-BE49-F238E27FC236}">
                <a16:creationId xmlns:a16="http://schemas.microsoft.com/office/drawing/2014/main" id="{BAF86327-CBE6-369D-53A8-5CFDF5B2B828}"/>
              </a:ext>
            </a:extLst>
          </p:cNvPr>
          <p:cNvPicPr>
            <a:picLocks noChangeAspect="1"/>
          </p:cNvPicPr>
          <p:nvPr/>
        </p:nvPicPr>
        <p:blipFill>
          <a:blip r:embed="rId2">
            <a:extLst>
              <a:ext uri="{28A0092B-C50C-407E-A947-70E740481C1C}">
                <a14:useLocalDpi xmlns:a14="http://schemas.microsoft.com/office/drawing/2010/main" val="0"/>
              </a:ext>
            </a:extLst>
          </a:blip>
          <a:srcRect l="12432"/>
          <a:stretch/>
        </p:blipFill>
        <p:spPr>
          <a:xfrm rot="20295806">
            <a:off x="11957407" y="-6647434"/>
            <a:ext cx="5945961" cy="6799851"/>
          </a:xfrm>
          <a:prstGeom prst="rect">
            <a:avLst/>
          </a:prstGeom>
        </p:spPr>
      </p:pic>
      <p:pic>
        <p:nvPicPr>
          <p:cNvPr id="7" name="Picture 6" descr="A colorful logo on a black background&#10;&#10;AI-generated content may be incorrect.">
            <a:extLst>
              <a:ext uri="{FF2B5EF4-FFF2-40B4-BE49-F238E27FC236}">
                <a16:creationId xmlns:a16="http://schemas.microsoft.com/office/drawing/2014/main" id="{8D1AECD3-1D15-8E18-DE32-389E0E6D7337}"/>
              </a:ext>
            </a:extLst>
          </p:cNvPr>
          <p:cNvPicPr>
            <a:picLocks noChangeAspect="1"/>
          </p:cNvPicPr>
          <p:nvPr/>
        </p:nvPicPr>
        <p:blipFill>
          <a:blip r:embed="rId3">
            <a:extLst>
              <a:ext uri="{28A0092B-C50C-407E-A947-70E740481C1C}">
                <a14:useLocalDpi xmlns:a14="http://schemas.microsoft.com/office/drawing/2010/main" val="0"/>
              </a:ext>
            </a:extLst>
          </a:blip>
          <a:srcRect l="-1363" t="-1565" r="1363" b="15850"/>
          <a:stretch/>
        </p:blipFill>
        <p:spPr>
          <a:xfrm rot="17930855">
            <a:off x="13337283" y="-90560"/>
            <a:ext cx="4212097" cy="3610389"/>
          </a:xfrm>
          <a:prstGeom prst="rect">
            <a:avLst/>
          </a:prstGeom>
        </p:spPr>
      </p:pic>
      <p:sp>
        <p:nvSpPr>
          <p:cNvPr id="5" name="TextBox 4">
            <a:extLst>
              <a:ext uri="{FF2B5EF4-FFF2-40B4-BE49-F238E27FC236}">
                <a16:creationId xmlns:a16="http://schemas.microsoft.com/office/drawing/2014/main" id="{464160ED-C7CA-D917-0BB0-14003872C00E}"/>
              </a:ext>
            </a:extLst>
          </p:cNvPr>
          <p:cNvSpPr txBox="1"/>
          <p:nvPr/>
        </p:nvSpPr>
        <p:spPr>
          <a:xfrm>
            <a:off x="1310013" y="2705724"/>
            <a:ext cx="4428815" cy="1446550"/>
          </a:xfrm>
          <a:prstGeom prst="rect">
            <a:avLst/>
          </a:prstGeom>
          <a:noFill/>
        </p:spPr>
        <p:txBody>
          <a:bodyPr wrap="square">
            <a:spAutoFit/>
          </a:bodyPr>
          <a:lstStyle/>
          <a:p>
            <a:pPr marL="285750" indent="-285750">
              <a:buFont typeface="Arial" panose="020B0604020202020204" pitchFamily="34" charset="0"/>
              <a:buChar char="•"/>
            </a:pPr>
            <a:r>
              <a:rPr lang="en-US" sz="4400" dirty="0">
                <a:latin typeface="Andalus" panose="02020603050405020304" pitchFamily="18" charset="-78"/>
                <a:cs typeface="Andalus" panose="02020603050405020304" pitchFamily="18" charset="-78"/>
              </a:rPr>
              <a:t>Final Model &amp; Test Evaluation</a:t>
            </a:r>
          </a:p>
        </p:txBody>
      </p:sp>
      <p:pic>
        <p:nvPicPr>
          <p:cNvPr id="6" name="Picture 5">
            <a:extLst>
              <a:ext uri="{FF2B5EF4-FFF2-40B4-BE49-F238E27FC236}">
                <a16:creationId xmlns:a16="http://schemas.microsoft.com/office/drawing/2014/main" id="{7FA67AC6-9DF4-FD2B-10B2-FB45FFED0256}"/>
              </a:ext>
            </a:extLst>
          </p:cNvPr>
          <p:cNvPicPr>
            <a:picLocks noChangeAspect="1"/>
          </p:cNvPicPr>
          <p:nvPr/>
        </p:nvPicPr>
        <p:blipFill>
          <a:blip r:embed="rId4"/>
          <a:stretch>
            <a:fillRect/>
          </a:stretch>
        </p:blipFill>
        <p:spPr>
          <a:xfrm>
            <a:off x="6331819" y="440355"/>
            <a:ext cx="3984859" cy="5977289"/>
          </a:xfrm>
          <a:prstGeom prst="rect">
            <a:avLst/>
          </a:prstGeom>
        </p:spPr>
      </p:pic>
    </p:spTree>
    <p:extLst>
      <p:ext uri="{BB962C8B-B14F-4D97-AF65-F5344CB8AC3E}">
        <p14:creationId xmlns:p14="http://schemas.microsoft.com/office/powerpoint/2010/main" val="25320688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04D5E-6464-5200-7CF8-92F7657FF3A3}"/>
            </a:ext>
          </a:extLst>
        </p:cNvPr>
        <p:cNvGrpSpPr/>
        <p:nvPr/>
      </p:nvGrpSpPr>
      <p:grpSpPr>
        <a:xfrm>
          <a:off x="0" y="0"/>
          <a:ext cx="0" cy="0"/>
          <a:chOff x="0" y="0"/>
          <a:chExt cx="0" cy="0"/>
        </a:xfrm>
      </p:grpSpPr>
      <p:pic>
        <p:nvPicPr>
          <p:cNvPr id="3" name="Picture 2" descr="A red ball with a white play button&#10;&#10;AI-generated content may be incorrect.">
            <a:extLst>
              <a:ext uri="{FF2B5EF4-FFF2-40B4-BE49-F238E27FC236}">
                <a16:creationId xmlns:a16="http://schemas.microsoft.com/office/drawing/2014/main" id="{BB253A38-FF6A-147F-D6B5-2896DA248677}"/>
              </a:ext>
            </a:extLst>
          </p:cNvPr>
          <p:cNvPicPr>
            <a:picLocks noChangeAspect="1"/>
          </p:cNvPicPr>
          <p:nvPr/>
        </p:nvPicPr>
        <p:blipFill>
          <a:blip r:embed="rId2">
            <a:extLst>
              <a:ext uri="{28A0092B-C50C-407E-A947-70E740481C1C}">
                <a14:useLocalDpi xmlns:a14="http://schemas.microsoft.com/office/drawing/2010/main" val="0"/>
              </a:ext>
            </a:extLst>
          </a:blip>
          <a:srcRect l="12432"/>
          <a:stretch/>
        </p:blipFill>
        <p:spPr>
          <a:xfrm rot="20295806">
            <a:off x="11957407" y="-6647434"/>
            <a:ext cx="5945961" cy="6799851"/>
          </a:xfrm>
          <a:prstGeom prst="rect">
            <a:avLst/>
          </a:prstGeom>
        </p:spPr>
      </p:pic>
      <p:pic>
        <p:nvPicPr>
          <p:cNvPr id="7" name="Picture 6" descr="A colorful logo on a black background&#10;&#10;AI-generated content may be incorrect.">
            <a:extLst>
              <a:ext uri="{FF2B5EF4-FFF2-40B4-BE49-F238E27FC236}">
                <a16:creationId xmlns:a16="http://schemas.microsoft.com/office/drawing/2014/main" id="{C755937A-9656-C741-047E-2687C3F53146}"/>
              </a:ext>
            </a:extLst>
          </p:cNvPr>
          <p:cNvPicPr>
            <a:picLocks noChangeAspect="1"/>
          </p:cNvPicPr>
          <p:nvPr/>
        </p:nvPicPr>
        <p:blipFill>
          <a:blip r:embed="rId3">
            <a:extLst>
              <a:ext uri="{28A0092B-C50C-407E-A947-70E740481C1C}">
                <a14:useLocalDpi xmlns:a14="http://schemas.microsoft.com/office/drawing/2010/main" val="0"/>
              </a:ext>
            </a:extLst>
          </a:blip>
          <a:srcRect l="-1363" t="-1565" r="1363" b="15850"/>
          <a:stretch/>
        </p:blipFill>
        <p:spPr>
          <a:xfrm rot="17930855">
            <a:off x="13527784" y="-399808"/>
            <a:ext cx="4212097" cy="3610389"/>
          </a:xfrm>
          <a:prstGeom prst="rect">
            <a:avLst/>
          </a:prstGeom>
        </p:spPr>
      </p:pic>
      <p:sp>
        <p:nvSpPr>
          <p:cNvPr id="5" name="TextBox 4">
            <a:extLst>
              <a:ext uri="{FF2B5EF4-FFF2-40B4-BE49-F238E27FC236}">
                <a16:creationId xmlns:a16="http://schemas.microsoft.com/office/drawing/2014/main" id="{99341154-42A9-F89A-27D4-7AC7CD1010A0}"/>
              </a:ext>
            </a:extLst>
          </p:cNvPr>
          <p:cNvSpPr txBox="1"/>
          <p:nvPr/>
        </p:nvSpPr>
        <p:spPr>
          <a:xfrm>
            <a:off x="1791276" y="1405387"/>
            <a:ext cx="4428815" cy="769441"/>
          </a:xfrm>
          <a:prstGeom prst="rect">
            <a:avLst/>
          </a:prstGeom>
          <a:noFill/>
        </p:spPr>
        <p:txBody>
          <a:bodyPr wrap="square">
            <a:spAutoFit/>
          </a:bodyPr>
          <a:lstStyle/>
          <a:p>
            <a:r>
              <a:rPr lang="en-US" sz="4400" dirty="0">
                <a:latin typeface="Andalus" panose="02020603050405020304" pitchFamily="18" charset="-78"/>
                <a:cs typeface="Andalus" panose="02020603050405020304" pitchFamily="18" charset="-78"/>
              </a:rPr>
              <a:t>The </a:t>
            </a:r>
            <a:r>
              <a:rPr lang="en-US" sz="4400" dirty="0" err="1">
                <a:latin typeface="Andalus" panose="02020603050405020304" pitchFamily="18" charset="-78"/>
                <a:cs typeface="Andalus" panose="02020603050405020304" pitchFamily="18" charset="-78"/>
              </a:rPr>
              <a:t>Resultes</a:t>
            </a:r>
            <a:endParaRPr lang="en-US" sz="4400" dirty="0">
              <a:latin typeface="Andalus" panose="02020603050405020304" pitchFamily="18" charset="-78"/>
              <a:cs typeface="Andalus" panose="02020603050405020304" pitchFamily="18" charset="-78"/>
            </a:endParaRPr>
          </a:p>
        </p:txBody>
      </p:sp>
      <p:pic>
        <p:nvPicPr>
          <p:cNvPr id="4" name="Picture 3">
            <a:extLst>
              <a:ext uri="{FF2B5EF4-FFF2-40B4-BE49-F238E27FC236}">
                <a16:creationId xmlns:a16="http://schemas.microsoft.com/office/drawing/2014/main" id="{F40C330C-218C-2D1C-3374-A5C1A03F4B32}"/>
              </a:ext>
            </a:extLst>
          </p:cNvPr>
          <p:cNvPicPr>
            <a:picLocks noChangeAspect="1"/>
          </p:cNvPicPr>
          <p:nvPr/>
        </p:nvPicPr>
        <p:blipFill>
          <a:blip r:embed="rId4"/>
          <a:stretch>
            <a:fillRect/>
          </a:stretch>
        </p:blipFill>
        <p:spPr>
          <a:xfrm>
            <a:off x="2191326" y="2445608"/>
            <a:ext cx="8285744" cy="3851520"/>
          </a:xfrm>
          <a:prstGeom prst="rect">
            <a:avLst/>
          </a:prstGeom>
        </p:spPr>
      </p:pic>
    </p:spTree>
    <p:extLst>
      <p:ext uri="{BB962C8B-B14F-4D97-AF65-F5344CB8AC3E}">
        <p14:creationId xmlns:p14="http://schemas.microsoft.com/office/powerpoint/2010/main" val="751642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red ball with a white play button&#10;&#10;AI-generated content may be incorrect.">
            <a:extLst>
              <a:ext uri="{FF2B5EF4-FFF2-40B4-BE49-F238E27FC236}">
                <a16:creationId xmlns:a16="http://schemas.microsoft.com/office/drawing/2014/main" id="{97C6E089-B89A-65FE-E8C3-936B8736C97A}"/>
              </a:ext>
            </a:extLst>
          </p:cNvPr>
          <p:cNvPicPr>
            <a:picLocks noChangeAspect="1"/>
          </p:cNvPicPr>
          <p:nvPr/>
        </p:nvPicPr>
        <p:blipFill>
          <a:blip r:embed="rId2">
            <a:extLst>
              <a:ext uri="{28A0092B-C50C-407E-A947-70E740481C1C}">
                <a14:useLocalDpi xmlns:a14="http://schemas.microsoft.com/office/drawing/2010/main" val="0"/>
              </a:ext>
            </a:extLst>
          </a:blip>
          <a:srcRect l="12432"/>
          <a:stretch/>
        </p:blipFill>
        <p:spPr>
          <a:xfrm>
            <a:off x="3666613" y="2124911"/>
            <a:ext cx="1769314" cy="2023402"/>
          </a:xfrm>
          <a:prstGeom prst="rect">
            <a:avLst/>
          </a:prstGeom>
        </p:spPr>
      </p:pic>
      <p:sp>
        <p:nvSpPr>
          <p:cNvPr id="4" name="TextBox 3">
            <a:extLst>
              <a:ext uri="{FF2B5EF4-FFF2-40B4-BE49-F238E27FC236}">
                <a16:creationId xmlns:a16="http://schemas.microsoft.com/office/drawing/2014/main" id="{688A3E94-0756-D05F-B98E-6BC198818967}"/>
              </a:ext>
            </a:extLst>
          </p:cNvPr>
          <p:cNvSpPr txBox="1"/>
          <p:nvPr/>
        </p:nvSpPr>
        <p:spPr>
          <a:xfrm>
            <a:off x="5002530" y="3136612"/>
            <a:ext cx="3531870" cy="584775"/>
          </a:xfrm>
          <a:prstGeom prst="rect">
            <a:avLst/>
          </a:prstGeom>
          <a:noFill/>
        </p:spPr>
        <p:txBody>
          <a:bodyPr wrap="square">
            <a:spAutoFit/>
          </a:bodyPr>
          <a:lstStyle/>
          <a:p>
            <a:r>
              <a:rPr lang="en-US" sz="3200" b="1" dirty="0">
                <a:latin typeface="Andalus" panose="02020603050405020304" pitchFamily="18" charset="-78"/>
                <a:cs typeface="Andalus" panose="02020603050405020304" pitchFamily="18" charset="-78"/>
              </a:rPr>
              <a:t>The end</a:t>
            </a:r>
          </a:p>
        </p:txBody>
      </p:sp>
      <p:pic>
        <p:nvPicPr>
          <p:cNvPr id="7" name="Picture 6" descr="A colorful logo on a black background&#10;&#10;AI-generated content may be incorrect.">
            <a:extLst>
              <a:ext uri="{FF2B5EF4-FFF2-40B4-BE49-F238E27FC236}">
                <a16:creationId xmlns:a16="http://schemas.microsoft.com/office/drawing/2014/main" id="{330EE0C7-EDA4-1CCB-FDAE-3EA833FB5A25}"/>
              </a:ext>
            </a:extLst>
          </p:cNvPr>
          <p:cNvPicPr>
            <a:picLocks noChangeAspect="1"/>
          </p:cNvPicPr>
          <p:nvPr/>
        </p:nvPicPr>
        <p:blipFill>
          <a:blip r:embed="rId3">
            <a:extLst>
              <a:ext uri="{28A0092B-C50C-407E-A947-70E740481C1C}">
                <a14:useLocalDpi xmlns:a14="http://schemas.microsoft.com/office/drawing/2010/main" val="0"/>
              </a:ext>
            </a:extLst>
          </a:blip>
          <a:srcRect l="-1363" t="-1565" r="1363" b="15850"/>
          <a:stretch/>
        </p:blipFill>
        <p:spPr>
          <a:xfrm rot="290876">
            <a:off x="4580077" y="3362818"/>
            <a:ext cx="836656" cy="717138"/>
          </a:xfrm>
          <a:prstGeom prst="rect">
            <a:avLst/>
          </a:prstGeom>
        </p:spPr>
      </p:pic>
    </p:spTree>
    <p:extLst>
      <p:ext uri="{BB962C8B-B14F-4D97-AF65-F5344CB8AC3E}">
        <p14:creationId xmlns:p14="http://schemas.microsoft.com/office/powerpoint/2010/main" val="18536766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316</TotalTime>
  <Words>446</Words>
  <Application>Microsoft Office PowerPoint</Application>
  <PresentationFormat>Widescreen</PresentationFormat>
  <Paragraphs>80</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Andalus</vt:lpstr>
      <vt:lpstr>Aptos</vt:lpstr>
      <vt:lpstr>Aptos Display</vt:lpstr>
      <vt:lpstr>Arial</vt:lpstr>
      <vt:lpstr>Courier New</vt:lpstr>
      <vt:lpstr>Office Theme</vt:lpstr>
      <vt:lpstr>AdOptima</vt:lpstr>
      <vt:lpstr>AdOptima</vt:lpstr>
      <vt:lpstr>AdOptima</vt:lpstr>
      <vt:lpstr>AdOptima</vt:lpstr>
      <vt:lpstr>Data overview</vt:lpstr>
      <vt:lpstr>PowerPoint Presentation</vt:lpstr>
      <vt:lpstr>AdOptima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shahed mohammad</dc:creator>
  <cp:lastModifiedBy>خديجه اسامة محمد حزين</cp:lastModifiedBy>
  <cp:revision>4</cp:revision>
  <dcterms:created xsi:type="dcterms:W3CDTF">2026-08-08T18:45:06Z</dcterms:created>
  <dcterms:modified xsi:type="dcterms:W3CDTF">2026-08-26T05:16:25Z</dcterms:modified>
</cp:coreProperties>
</file>